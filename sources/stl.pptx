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  <p:sldId id="307" r:id="rId3"/>
    <p:sldId id="309" r:id="rId4"/>
    <p:sldId id="310" r:id="rId5"/>
    <p:sldId id="311" r:id="rId6"/>
    <p:sldId id="312" r:id="rId7"/>
    <p:sldId id="313" r:id="rId8"/>
    <p:sldId id="314" r:id="rId9"/>
    <p:sldId id="279" r:id="rId10"/>
    <p:sldId id="280" r:id="rId11"/>
    <p:sldId id="284" r:id="rId12"/>
    <p:sldId id="286" r:id="rId13"/>
    <p:sldId id="302" r:id="rId14"/>
    <p:sldId id="303" r:id="rId15"/>
    <p:sldId id="305" r:id="rId16"/>
    <p:sldId id="304" r:id="rId17"/>
    <p:sldId id="306" r:id="rId18"/>
    <p:sldId id="308" r:id="rId19"/>
    <p:sldId id="290" r:id="rId20"/>
    <p:sldId id="315" r:id="rId21"/>
    <p:sldId id="316" r:id="rId22"/>
    <p:sldId id="317" r:id="rId23"/>
    <p:sldId id="318" r:id="rId24"/>
    <p:sldId id="321" r:id="rId25"/>
    <p:sldId id="319" r:id="rId26"/>
    <p:sldId id="320" r:id="rId27"/>
    <p:sldId id="293" r:id="rId28"/>
    <p:sldId id="322" r:id="rId29"/>
    <p:sldId id="323" r:id="rId30"/>
    <p:sldId id="324" r:id="rId31"/>
    <p:sldId id="296" r:id="rId32"/>
    <p:sldId id="327" r:id="rId33"/>
    <p:sldId id="297" r:id="rId34"/>
    <p:sldId id="325" r:id="rId35"/>
    <p:sldId id="326" r:id="rId36"/>
    <p:sldId id="299" r:id="rId37"/>
    <p:sldId id="269" r:id="rId38"/>
    <p:sldId id="270" r:id="rId39"/>
    <p:sldId id="271" r:id="rId40"/>
    <p:sldId id="272" r:id="rId41"/>
    <p:sldId id="268" r:id="rId42"/>
    <p:sldId id="274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起始" id="{0B900A76-4E14-462A-B96B-8A2EFEDCE871}">
          <p14:sldIdLst>
            <p14:sldId id="301"/>
            <p14:sldId id="307"/>
          </p14:sldIdLst>
        </p14:section>
        <p14:section name="STL函数" id="{AC9471D7-9B3D-4367-B14E-B1DD74F013DA}">
          <p14:sldIdLst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STL容器" id="{4CBF6D6D-B86C-44C8-9F8D-34DE632FCBA6}">
          <p14:sldIdLst>
            <p14:sldId id="279"/>
          </p14:sldIdLst>
        </p14:section>
        <p14:section name="std::queue" id="{7D9F6B27-4A49-458D-96CD-F94795567CC5}">
          <p14:sldIdLst>
            <p14:sldId id="280"/>
          </p14:sldIdLst>
        </p14:section>
        <p14:section name="std::stack" id="{385D6252-7001-4D6E-9E04-E350FF3593A1}">
          <p14:sldIdLst>
            <p14:sldId id="284"/>
          </p14:sldIdLst>
        </p14:section>
        <p14:section name="std::vector" id="{F4829262-82B9-426B-9859-4ADB9F21FDE8}">
          <p14:sldIdLst>
            <p14:sldId id="286"/>
            <p14:sldId id="302"/>
            <p14:sldId id="303"/>
            <p14:sldId id="305"/>
            <p14:sldId id="304"/>
            <p14:sldId id="306"/>
            <p14:sldId id="308"/>
            <p14:sldId id="290"/>
          </p14:sldIdLst>
        </p14:section>
        <p14:section name="std::string" id="{BBA42D7C-91FD-4E8D-9785-DC9A2C7591CB}">
          <p14:sldIdLst>
            <p14:sldId id="315"/>
            <p14:sldId id="316"/>
            <p14:sldId id="317"/>
            <p14:sldId id="318"/>
            <p14:sldId id="321"/>
            <p14:sldId id="319"/>
            <p14:sldId id="320"/>
          </p14:sldIdLst>
        </p14:section>
        <p14:section name="std::set" id="{217DF2D7-15F8-4BA1-AC2A-776E2FBDB9CB}">
          <p14:sldIdLst>
            <p14:sldId id="293"/>
            <p14:sldId id="322"/>
            <p14:sldId id="323"/>
            <p14:sldId id="324"/>
            <p14:sldId id="296"/>
            <p14:sldId id="327"/>
          </p14:sldIdLst>
        </p14:section>
        <p14:section name="std::map" id="{2001C809-936D-46D4-A1B5-3EBA5C4067D3}">
          <p14:sldIdLst>
            <p14:sldId id="297"/>
            <p14:sldId id="325"/>
            <p14:sldId id="326"/>
            <p14:sldId id="299"/>
          </p14:sldIdLst>
        </p14:section>
        <p14:section name="优先队列" id="{B77423D2-1F35-4D7E-A7EF-E34521FD10A4}">
          <p14:sldIdLst>
            <p14:sldId id="269"/>
            <p14:sldId id="270"/>
            <p14:sldId id="271"/>
            <p14:sldId id="272"/>
            <p14:sldId id="268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07:04:39.73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5T06:01:54.9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1,'49'0,"57"8,-41-2,108-5,-82-3,946 2,-1026 1,0 1,0-1,0 1,17 7,-15-5,0-1,24 4,79-6,-78-1,-20-1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5T06:02:00.5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1,'1'1,"-1"0,0 0,0 0,1 0,-1 0,1-1,-1 1,1 0,-1 0,1 0,-1 0,1-1,0 1,-1 0,1-1,0 1,0 0,0-1,-1 1,1-1,0 1,0-1,0 0,0 1,0-1,1 0,28 7,-29-7,6 1,47 7,67 0,307-8,-417 0,0 2,0-1,-1 2,19 5,-16-4,0-1,24 4,6-5,-26-2,0 1,0 1,23 5,-13-1,0-2,39 3,-53-6,43 5,23 1,103-7,-170 1,-1 0,0 1,0 0,17 6,-15-4,0-1,23 3,23-4,-38-3,0 2,24 4,-30-3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5T06:02:07.4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1 115,'275'0,"-264"0,0-2,1 1,-1-2,-1 1,1-2,0 1,-1-1,11-6,15-6,-14 9,38-7,7-2,-36 7,0 2,0 1,59-4,99 10,-89 1,258-1,-346 1,0 0,0 1,-1 1,16 4,-13-3,0 0,20 1,-15-3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7:41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2185 40 24575,'-324'10'0,"24"-4"0,72-5 0,174 3 0,0 1 0,-102 25 0,125-24 0,0-2 0,0 0 0,-1-3 0,-59-3 0,53 0 0,1 2 0,-67 8 0,67 1 0,0 1 0,-59 25 0,67-23 0,1-1 0,-1-1 0,-1-2 0,0-1 0,-33 4 0,55-11 0,0 1 0,1 1 0,-1-1 0,0 1 0,1 1 0,-1-1 0,1 1 0,0 1 0,0-1 0,0 1 0,0 0 0,1 1 0,0 0 0,0 0 0,0 0 0,0 0 0,1 1 0,0 0 0,-8 13 0,-5 8 0,-23 47 0,12-21 0,20-36 0,0 1 0,1 0 0,0 0 0,2 1 0,-8 37 0,9-24 0,2 0 0,1 60 0,2-46 0,0-19 0,2 28 0,-1-47 0,0 0 0,1 0 0,0 0 0,0-1 0,0 1 0,1 0 0,8 12 0,17 33 0,15 21 0,-32-60 0,1-1 0,1-1 0,0 0 0,0-1 0,1 0 0,16 9 0,-3-1 0,-15-11 0,1-1 0,-1 0 0,1-1 0,0 0 0,1-1 0,0-1 0,-1 0 0,1-1 0,27 3 0,10-3 0,74-4 0,-54-1 0,1092 2 0,-1131 2 0,1 2 0,-1 1 0,0 1 0,31 11 0,19 4 0,-10-8 0,0-3 0,78 1 0,150-12 0,-122-1 0,-151 1 0,1-2 0,47-11 0,-46 8 0,0 1 0,43-2 0,15 7 0,126-5 0,-166 1 0,-1-2 0,73-19 0,-74 13 0,0-3 0,49-22 0,-81 31 0,0-1 0,0 0 0,-1-1 0,0-1 0,-1 0 0,1 0 0,-2-1 0,1 0 0,-1-1 0,-1 0 0,10-16 0,2-12 0,-1-1 0,-2-2 0,-2 0 0,-2 0 0,17-85 0,-26 103 0,18-108 0,-21 113 0,0-1 0,-2 0 0,0 0 0,-5-33 0,3 46 0,0 1 0,0 0 0,-1-1 0,0 1 0,0 1 0,0-1 0,0 0 0,-1 1 0,0-1 0,0 1 0,-1 0 0,1 1 0,-1-1 0,0 1 0,-10-7 0,-9-4 0,0 0 0,-38-15 0,25 13 0,-8-7 0,16 8 0,-2 1 0,1 2 0,-2 0 0,-35-8 0,-29 3 0,-60-17 0,90 14 0,-85-24 0,121 38 0,0 1 0,-1 2 0,-36-1 0,50 4 0,-1-1 0,1-1 0,0-1 0,0 0 0,-20-8 0,-8-2 0,17 8 0,0 2 0,0 1 0,0 2 0,0 0 0,-33 4 0,-10 0 0,-51 6 0,7 0 0,-52 3-1365,147-10-5461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7:51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24575,'2694'0'0,"-2599"5"0,105 17 0,-122-11 0,-30-3 0,0 1 0,-1 3 0,61 24 0,-84-29 0,-1-2 0,1 0 0,0-2 0,44 1 0,-15 0 0,53 14 0,-70-11 0,42 5 0,344-7 0,-255-7 0,-90 3 0,83-3 0,-139-1-1365,0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7:52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24575,'119'-1'0,"20"0"0,140 16 0,-241-10 0,113 13 0,158-1 0,-295-16-170,1 0-1,-1 1 0,0 1 1,0 0-1,0 1 0,0 0 1,22 11-1,-16-7-6655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7:54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79 24575,'3561'0'0,"-3439"-10"0,-55 3 0,-3 2 0,168-8 0,743 14 0,-805-10 0,5 0 0,-164 8-51,0 0-1,0 0 1,0-2 0,0 1-1,12-5 1,-7 2-1006,5-1-5769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8:15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4568 173 24575,'-7'-8'0,"-1"1"0,0 1 0,0 0 0,-1 0 0,0 0 0,0 1 0,0 0 0,-1 1 0,1 0 0,-13-3 0,-11-1 0,-61-7 0,55 10 0,-29-3 0,-54-9 0,60 8 0,0 2 0,-1 3 0,-65 5 0,-42-2 0,136-2 0,-40-9 0,38 5 0,-40-2 0,-449 4 0,302 7 0,-1565-1 0,1754 0 0,0 1 0,1 2 0,-58 15 0,-95 39 0,8-2 0,151-49 0,0 1 0,-47 21 0,63-23 0,1 0 0,0 0 0,0 1 0,0 0 0,1 1 0,0 0 0,1 1 0,0-1 0,-10 14 0,7-5 0,1-1 0,0 2 0,2-1 0,-10 26 0,14-32 0,0 1 0,1-1 0,1 1 0,0 0 0,0 0 0,1 0 0,0 0 0,2 15 0,1-19 0,-1-1 0,1 0 0,1 0 0,-1 0 0,1-1 0,1 1 0,-1-1 0,1 1 0,0-1 0,0 0 0,1-1 0,0 1 0,0-1 0,0 0 0,1 0 0,7 6 0,5 1 0,1 0 0,0-1 0,0-1 0,27 10 0,33 9 0,1-2 0,1-4 0,1-4 0,1-3 0,1-4 0,120 2 0,585-14 0,-353-2 0,-79 1 0,387 3 0,-416 16 0,-305-15 0,1 2 0,38 12 0,-43-11 0,1 0 0,-1-1 0,1-1 0,39 2 0,52-5 0,192-5 0,-270 1 0,0-1 0,-1-2 0,62-19 0,88-45 0,-147 55 0,93-42 0,-107 46 0,0 0 0,-1-2 0,32-26 0,-49 37 0,1-1 0,-1 0 0,0 0 0,0-1 0,-1 1 0,1-1 0,0 1 0,-1-1 0,0 0 0,0 0 0,0 0 0,-1 0 0,1 0 0,-1 0 0,0-1 0,1-7 0,-2 6 0,-1 1 0,1-1 0,-1 1 0,0 0 0,-1-1 0,1 1 0,-1 0 0,0 0 0,-1 0 0,1 0 0,-1 0 0,-5-7 0,4 5-80,-1 1 0,0 0-1,-1 0 1,1 0 0,-1 1-1,0 0 1,0 0 0,-1 0-1,1 1 1,-1 0 0,0 0 0,0 1-1,-1 0 1,1 0 0,-1 0-1,-9-1 1,-2 1-6746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8:19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 24575,'144'11'0,"-44"-1"0,1012 6 0,-738-18 0,-132 1 0,515 8 0,468 5 0,-809-14 0,-353 3 0,97-3 0,-148 2-91,1-1 0,-1 0 0,0-1 0,0-1 0,0 0 0,0 0 0,0-1 0,0 0 0,-1-1 0,0-1 0,0 0 0,0 0 0,-1-1 0,17-14 0,10-18-6735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8:27.9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632 0 24575,'-16'40'0,"-1"-2"0,-2 0 0,-28 44 0,32-62 0,0 0 0,-1-1 0,-1 0 0,-32 27 0,-86 57 0,67-53 0,-107 75 0,170-121 0,0-1 0,1 1 0,-1 0 0,1 0 0,0 0 0,-5 7 0,8-9 0,0 0 0,0-1 0,0 1 0,1 0 0,-1 0 0,1 0 0,-1 0 0,1 0 0,-1-1 0,1 1 0,0 0 0,0 0 0,0 0 0,0 0 0,1 0 0,-1 0 0,0 0 0,1 0 0,-1 0 0,1 0 0,0 0 0,-1-1 0,3 3 0,1 5 0,2-1 0,-1 1 0,1-1 0,1 0 0,-1-1 0,15 13 0,53 35 0,-60-45 0,94 60 0,197 93 0,-305-162-7,15 7-187,0-1 0,1-1 0,-1 0 0,1-1 0,0 0 0,24 3 0,-19-7-6632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8:28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1 405 24575,'2'0'0,"25"0"0,43-6 0,43-7 0,38-8 0,34-6 0,52-4-1801,72-2 1801,86-5-2627,79-2 2627,35-2-3671,-11 0 3671,-59 1 0,-68 2-1860,-98 8 3628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8:30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263 1 24575,'-3'2'0,"-1"0"0,1 1 0,-1 0 0,1 0 0,0 0 0,0 0 0,0 1 0,0-1 0,-2 5 0,-11 12 0,-58 46 0,4-5 0,62-52 0,0 0 0,0 0 0,0 1 0,1 0 0,-7 14 0,11-17 0,0 1 0,1-1 0,0 1 0,0 0 0,1 0 0,0 0 0,0 0 0,1 0 0,0 0 0,0 0 0,1 0 0,0 0 0,3 11 0,-2-10 0,0-1 0,1 1 0,0-1 0,0 0 0,1 0 0,0 0 0,1 0 0,0-1 0,0 1 0,0-1 0,12 11 0,-14-16 0,0 1 0,0 0 0,1-1 0,-1 0 0,1 0 0,-1 0 0,1 0 0,0-1 0,0 1 0,0-1 0,0 0 0,0 0 0,0-1 0,0 1 0,0-1 0,0 0 0,0 0 0,1 0 0,-1-1 0,0 1 0,0-1 0,0 0 0,0 0 0,5-2 0,0-1 0,0-1 0,0 0 0,-1 0 0,0-1 0,0 0 0,0 0 0,-1-1 0,12-13 0,6-5 0,-13 13 0,-1-1 0,19-25 0,-27 34 0,-1-1 0,1 1 0,-1-1 0,0 0 0,0 0 0,-1 0 0,0 0 0,1 0 0,-2 0 0,1 0 0,0 0 0,-1 0 0,-1-9 0,-4-21-25,-13-42-1,8 39-1288,3 11-5512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8:32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248 0 24575,'-1'9'0,"0"0"0,-1 0 0,0 0 0,0 0 0,-1-1 0,0 1 0,-6 11 0,-2 7 0,-127 267 0,115-249 0,-21 58 0,42-99 0,1 0 0,-1 0 0,1 0 0,0 1 0,1-1 0,-1 0 0,1 1 0,0-1 0,0 0 0,0 1 0,1-1 0,1 8 0,-1-10 0,0 1 0,0 0 0,1-1 0,-1 1 0,1-1 0,-1 0 0,1 1 0,0-1 0,0 0 0,0 0 0,0 0 0,0 0 0,0-1 0,1 1 0,-1 0 0,1-1 0,-1 0 0,1 0 0,0 1 0,4 0 0,9 2 0,0 0 0,0-1 0,0 0 0,18-1 0,70-2 0,-66-1 0,394-5-1365,-407 6-5461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8:32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1440 24575,'-3'-3'0,"5"-10"0,28-11 0,44-22 0,44-20 0,40-22 0,21-14 0,25-16-1343,29-19 1343,36-13 0,16-6-2386,-6 5 2386,-30 17 0,-43 22-1089,-53 28 1089,-54 28-3373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9:37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 0 24575,'-5'1'0,"1"1"0,0-1 0,0 1 0,0 0 0,0 0 0,0 0 0,1 0 0,-1 1 0,1-1 0,-1 1 0,1 0 0,-4 4 0,1 0 0,-1 0 0,2 0 0,-1 1 0,1-1 0,0 2 0,0-1 0,1 0 0,0 1 0,-4 12 0,-1 11 0,-7 44 0,-4 18 0,15-81 0,2-4 0,0-1 0,1 0 0,-1 1 0,0 16 0,2-24 0,1 0 0,0 1 0,0-1 0,0 1 0,1-1 0,-1 0 0,0 1 0,0-1 0,1 0 0,-1 1 0,1-1 0,-1 0 0,1 0 0,-1 1 0,1-1 0,0 0 0,0 0 0,-1 0 0,1 0 0,0 0 0,0 0 0,0 0 0,0 0 0,0 0 0,0 0 0,1-1 0,-1 1 0,0 0 0,0-1 0,1 1 0,-1-1 0,0 1 0,0-1 0,1 0 0,-1 0 0,1 1 0,1-1 0,27 1 0,54-5 0,-9 0 0,-66 5 0,-1-1 0,0-1 0,1 1 0,-1-2 0,0 1 0,10-4 0,-15 4 0,-1 0 0,0 0 0,1-1 0,-1 1 0,0-1 0,0 1 0,0-1 0,0 0 0,0 0 0,0 0 0,-1 0 0,1 0 0,-1 0 0,1 0 0,-1-1 0,0 1 0,0-1 0,0 1 0,0-1 0,0 1 0,-1-1 0,1 1 0,0-4 0,6-34 0,-2 1 0,-2-1 0,-2-72 0,-2 108-97,0 1-1,0-1 1,0 1-1,0-1 1,-1 1-1,1 0 1,-1-1-1,0 1 1,0 0-1,0 0 1,0 0-1,-1 1 0,-3-5 1,-9-8-6729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9:44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1067 53 24575,'-60'0'0,"0"3"0,-86 15 0,-99 41 0,87-20 0,149-37 0,0 1 0,0 0 0,1 0 0,-1 1 0,-15 10 0,-40 32 0,20-13 0,12-13 0,1 2 0,1 2 0,1 0 0,-38 43 0,63-62 0,0 0 0,1 1 0,0-1 0,0 1 0,0 0 0,0 0 0,1 0 0,0 0 0,1 0 0,-1 0 0,1 0 0,0 8 0,1-10 0,0 0 0,0-1 0,0 1 0,0-1 0,1 1 0,0-1 0,-1 1 0,2-1 0,-1 1 0,0-1 0,0 0 0,1 0 0,0 1 0,0-1 0,0 0 0,0 0 0,0-1 0,0 1 0,1 0 0,-1-1 0,1 0 0,4 4 0,171 91 0,-138-77 0,-5-5 0,54 17 0,-30-12 0,-9-2 0,0-2 0,1-2 0,0-3 0,78 7 0,13-4 0,-128-12 0,0 0 0,1 1 0,-1 0 0,0 1 0,13 6 0,-8-4 0,34 9 0,5-9 0,0-2 0,99-5 0,-52-1 0,376-12 0,-357 8 0,27-2 0,-56 3 0,-64 5 0,0-1 0,0-2 0,52-12 0,27-8 0,-31 7 0,-39 10 0,0 1 0,1 2 0,75 4 0,-67 1 0,98-10 0,10-19 0,-148 25 0,0 0 0,0-1 0,0-1 0,0 1 0,-1-1 0,1-1 0,13-9 0,-18 11 0,0 0 0,1-1 0,-1 0 0,-1 0 0,1 0 0,-1 0 0,1 0 0,-1-1 0,0 0 0,-1 1 0,1-1 0,-1 0 0,0 0 0,0-1 0,1-5 0,-1-6 0,0 0 0,-1-1 0,-1 1 0,-1 0 0,-1 0 0,0-1 0,-5-17 0,-3-6 0,-28-69 0,30 91 0,-2 0 0,0 0 0,-1 1 0,-1 0 0,0 1 0,-1 0 0,-1 1 0,-1 1 0,0 0 0,-1 1 0,-1 0 0,0 2 0,-22-13 0,29 18 0,-30-17 0,-45-22 0,70 40 0,0 0 0,0 1 0,0 0 0,-1 2 0,1-1 0,-1 2 0,-16-1 0,-91-4 0,-42-2 0,76 8 0,-159 3 0,44 24 0,101-10 0,43-7 0,3-1 0,-70 2 0,86-7 0,-57 10 0,-8 1 0,-265-9 25,212-7-1415,144 2-5436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19:52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2432 157 24575,'-1834'0'0,"1806"2"0,0 2 0,1 0 0,0 2 0,0 2 0,-45 17 0,-5 1 0,54-19 0,0 1 0,-29 15 0,43-18 0,1 0 0,-1 0 0,1 1 0,0 1 0,0-1 0,1 1 0,-1 1 0,-7 10 0,-11 22 0,2 1 0,1 1 0,-21 56 0,41-92 0,1 0 0,-1 0 0,1 0 0,0 0 0,1 0 0,0 1 0,-1 7 0,2-11 0,0-1 0,1 1 0,-1-1 0,1 0 0,-1 1 0,1-1 0,0 0 0,0 0 0,0 0 0,0 1 0,0-1 0,1 0 0,-1 0 0,0-1 0,1 1 0,0 0 0,-1 0 0,1-1 0,0 1 0,0-1 0,0 1 0,3 1 0,7 3 0,0 0 0,0 0 0,0-2 0,0 1 0,1-1 0,0-1 0,-1 0 0,23 1 0,10-2 0,54-3 0,-33-1 0,-46 2 0,356 1 0,-1 26 0,-1-2 0,1-26 0,-156-1 0,657 2 0,-678-17 0,-18 0 0,377 15 0,-277 4 0,-252-1 0,35 7 0,-35-4 0,32 0 0,-27-3 0,-18 0 0,0-1 0,1 0 0,-1-1 0,21-5 0,-31 5 0,0 0 0,-1-1 0,1 0 0,0 0 0,-1 0 0,1-1 0,-1 1 0,0-1 0,0 0 0,0 0 0,0-1 0,-1 1 0,1-1 0,-1 0 0,0 0 0,0 0 0,4-7 0,3-9 0,0 0 0,-2-1 0,0 0 0,-1-1 0,-1 1 0,-1-1 0,3-38 0,-6 42 0,-2 1 0,0-1 0,0 0 0,-2 0 0,0 1 0,-1-1 0,-1 1 0,-1 0 0,0 0 0,-10-20 0,11 30 0,0 0 0,0 0 0,-1 1 0,0-1 0,0 1 0,-1 0 0,1 1 0,-1 0 0,-1-1 0,1 2 0,-1-1 0,1 1 0,-13-5 0,-4-1 0,-2 1 0,-44-11 0,41 13 0,-58-11 0,-155-12 0,100 16 0,-235-34 0,267 38 0,-187 6 0,174 6 0,-296-1-1365,356-1-5461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02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718 151 24575,'-27'0'0,"1"0"0,-1-2 0,0-1 0,-35-9 0,27 5 0,1 1 0,-1 2 0,-1 1 0,-59 4 0,40 0 0,41-1 0,0 1 0,1 1 0,-1 0 0,1 1 0,0 0 0,-1 1 0,2 0 0,-25 12 0,30-12 0,0-1 0,1 2 0,-1-1 0,1 1 0,0 0 0,1 0 0,-1 0 0,1 1 0,0 0 0,0 0 0,1 0 0,0 1 0,0-1 0,0 1 0,1 0 0,0 0 0,-2 9 0,-3 21 0,2 0 0,1 1 0,2 0 0,3 60 0,0-95 0,0 0 0,1 0 0,-1 0 0,1 0 0,0-1 0,0 1 0,0 0 0,0 0 0,0-1 0,0 1 0,1 0 0,0-1 0,-1 1 0,1-1 0,0 0 0,0 0 0,0 0 0,0 0 0,1 0 0,-1 0 0,0 0 0,1-1 0,2 2 0,7 2 0,-1 0 0,1-1 0,0 0 0,16 2 0,-2 1 0,32 8 0,24 8 0,152 21 0,-117-24 0,1 1 0,239-11 0,-325-11 0,-6 0 0,0-1 0,0-1 0,0-2 0,0 0 0,-1-2 0,41-17 0,-34 10 0,-1-1 0,0-2 0,-2-1 0,42-32 0,-67 46 0,1 1 0,-1-1 0,0 0 0,0-1 0,0 1 0,-1-1 0,1 1 0,-1-1 0,0 0 0,0-1 0,3-8 0,-5 10 0,0 0 0,-1 0 0,1 1 0,-1-1 0,0 0 0,0 0 0,0 0 0,-1 0 0,1 0 0,-1 0 0,0 1 0,0-1 0,0 0 0,0 0 0,-1 1 0,0-1 0,1 1 0,-4-4 0,-9-14 0,-1 1 0,-2 0 0,1 1 0,-2 1 0,-1 1 0,-30-22 0,10 12 0,-1 1 0,-68-31 0,55 34 0,-1 3 0,-1 3 0,-87-18 0,-174-10 0,210 33 0,33 3-1365,15 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21.1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608 19 24575,'-4'-3'0,"0"1"0,-1 0 0,1 0 0,-1 1 0,1-1 0,-1 1 0,0 0 0,1 0 0,-1 0 0,0 1 0,0 0 0,-8 0 0,2 0 0,-22-2 0,0 2 0,-39 4 0,59-2 0,1 0 0,0 1 0,0 0 0,0 1 0,0 0 0,1 1 0,-1 1 0,-20 12 0,12-1 0,0 0 0,1 1 0,0 1 0,-26 36 0,13-15 0,18-21 0,0 2 0,2 0 0,1 0 0,0 1 0,2 1 0,-12 41 0,13-42 0,6-17 0,1 0 0,0 0 0,0 0 0,0 0 0,0 0 0,1 0 0,0 0 0,0 0 0,0 0 0,0 0 0,1 0 0,0 0 0,0 0 0,0 0 0,1 0 0,0 0 0,2 5 0,0-5 0,-1 0 0,1 0 0,-1 0 0,1-1 0,1 1 0,-1-1 0,0 0 0,1 0 0,0-1 0,0 1 0,0-1 0,1 0 0,-1-1 0,8 4 0,35 7 0,-35-10 0,1 1 0,16 7 0,-15-5 0,0-1 0,0 0 0,1-1 0,-1 0 0,25 1 0,79-3 0,-80-2 0,-9 0 0,-1-1 0,1-2 0,-1-1 0,0-1 0,0-2 0,34-11 0,-55 14 0,-1 0 0,1 0 0,-1-1 0,0 0 0,0 0 0,0-1 0,-1 0 0,1 0 0,-1 0 0,-1-1 0,1 0 0,-1 0 0,-1 0 0,1-1 0,-1 1 0,-1-1 0,1 0 0,2-11 0,-1 1 0,-1 0 0,0 1 0,-2-1 0,0-1 0,-1 1 0,-1 0 0,-3-34 0,0 37 15,1 1 0,-2 0 0,0 0 0,0 1 0,-1-1 0,-1 1 0,-13-23 0,16 30-86,-1 1 1,1 0-1,-1 0 0,0 0 0,0 0 1,-1 1-1,1 0 0,-1 0 1,0 0-1,0 0 0,-1 1 0,1 0 1,-1 0-1,1 0 0,-1 1 1,0 0-1,0 0 0,0 0 0,0 1 1,-8-1-1,-6 2-6755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23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412 155 24575,'-5'4'0,"0"1"0,-1-1 0,0-1 0,0 1 0,0-1 0,-12 4 0,2 0 0,-7 3 0,0-2 0,-45 10 0,48-14 0,0 1 0,0 1 0,1 1 0,-32 15 0,45-17 0,-1-1 0,1 1 0,0 1 0,1-1 0,-1 1 0,1 0 0,0 0 0,1 1 0,0 0 0,0-1 0,0 1 0,1 1 0,-1-1 0,-3 14 0,1 3 0,1 0 0,0 0 0,-1 36 0,5-44 0,0 0 0,2-1 0,0 1 0,0 0 0,2-1 0,0 1 0,1-1 0,6 17 0,-7-25 0,0 1 0,0-1 0,1 0 0,0 0 0,1-1 0,-1 1 0,1-1 0,1 0 0,-1 0 0,1-1 0,0 0 0,0 0 0,1 0 0,-1-1 0,1 1 0,0-2 0,0 1 0,9 2 0,1-1 0,1-2 0,0 0 0,-1-1 0,1-1 0,34-1 0,-21-1 0,724-2 0,-698 1 0,-1-2 0,1-3 0,71-17 0,-94 16 0,-22 7 0,-1-1 0,0 0 0,0-1 0,-1-1 0,1 0 0,-1 0 0,1-1 0,-1 0 0,0 0 0,9-8 0,-7 3 0,-1 0 0,-1 0 0,16-19 0,-22 23 0,-1 0 0,1 0 0,-1 0 0,0 0 0,0 0 0,-1-1 0,0 1 0,0-1 0,-1 1 0,2-9 0,1-45 0,-7-103 0,2 156 0,1-7 0,-2-1 0,0 1 0,0 0 0,-1 0 0,-1 1 0,0-1 0,-1 0 0,-1 1 0,-8-14 0,8 18 0,0 0 0,0 0 0,-1 0 0,-1 1 0,1 0 0,-1 1 0,-1 0 0,1 0 0,-1 0 0,-1 1 0,1 1 0,-16-7 0,-3 0 0,-1 2 0,-1 1 0,0 2 0,0 0 0,0 2 0,-1 2 0,-57 0 0,63 3 0,-211-8 0,98 1-1365,104 7-5461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28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909 109 24575,'-28'-36'0,"25"31"0,0 1 0,0-1 0,0 1 0,-1 0 0,1 0 0,-1 0 0,0 0 0,0 0 0,-1 1 0,1 0 0,-1 0 0,0 0 0,1 0 0,-11-3 0,-5 2 0,0 0 0,0 2 0,-1 0 0,0 1 0,1 1 0,-27 3 0,28-2 0,-30 4 0,0 2 0,0 2 0,-94 31 0,117-31 0,0 1 0,0 2 0,1 0 0,1 2 0,-38 27 0,49-30 0,0-1 0,0 2 0,1 0 0,1 0 0,0 1 0,1 0 0,0 1 0,1 0 0,1 1 0,-11 23 0,15-28 0,1-1 0,1 1 0,0-1 0,0 1 0,0 0 0,2 0 0,-1 0 0,1 0 0,0 0 0,4 16 0,-3-19 0,1 0 0,0-1 0,0 1 0,1-1 0,-1 1 0,2-1 0,-1 0 0,1 0 0,-1 0 0,2-1 0,-1 1 0,1-1 0,-1 0 0,2 0 0,8 6 0,-2-3 0,0-1 0,1 0 0,0-1 0,0-1 0,0 0 0,0 0 0,1-2 0,0 1 0,0-2 0,0 0 0,0-1 0,0 0 0,28-2 0,-13-3 0,-1 0 0,0-2 0,-1-1 0,0-1 0,0-1 0,26-14 0,202-104 0,-246 121 15,1-1 0,-1 0 0,0 0 0,0 0 0,-1-1 0,0-1 0,11-14 0,-15 18-108,-1-1 0,0 1 1,0-1-1,0 1 0,-1-1 0,0 0 0,0 0 0,-1 0 1,1 0-1,-1 0 0,-1-1 0,1 1 0,-1 0 1,0 0-1,-1-9 0,-6-20-6733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31.0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988 18 24575,'0'0'0,"0"0"0,0 0 0,0 0 0,1-1 0,-1 1 0,0 0 0,0 0 0,0-1 0,0 1 0,1 0 0,-1 0 0,0-1 0,0 1 0,0 0 0,0-1 0,0 1 0,0 0 0,0 0 0,0-1 0,0 1 0,0 0 0,0-1 0,0 1 0,0 0 0,0 0 0,0-1 0,0 1 0,0 0 0,0-1 0,-1 1 0,1 0 0,0 0 0,0-1 0,0 1 0,0 0 0,-1 0 0,1 0 0,0-1 0,0 1 0,0 0 0,-1 0 0,1 0 0,0-1 0,0 1 0,-1 0 0,1 0 0,0 0 0,0 0 0,-1 0 0,1 0 0,0 0 0,-1 0 0,1 0 0,0 0 0,0 0 0,-1 0 0,1 0 0,0 0 0,-1 0 0,1 0 0,-1 0 0,-23-3 0,22 3 0,-332-4 0,181 6 0,120 0 0,0 1 0,0 2 0,0 1 0,-36 12 0,57-15 0,-57 8 0,54-9 0,0 0 0,0 0 0,0 2 0,-16 5 0,27-7 0,-1 1 0,1 0 0,0 0 0,0 0 0,0 0 0,0 1 0,0 0 0,1-1 0,0 1 0,0 1 0,0-1 0,-5 9 0,-1 5 0,-13 35 0,20-47 0,0 0 0,0 1 0,1-1 0,0 0 0,0 1 0,0-1 0,1 1 0,0-1 0,0 1 0,0-1 0,1 1 0,0-1 0,1 0 0,3 13 0,-2-13 0,1 1 0,-1-1 0,1 0 0,0 0 0,1 0 0,-1 0 0,1-1 0,0 0 0,1 0 0,-1 0 0,1-1 0,0 0 0,7 5 0,8 4 0,0-1 0,1 0 0,0-2 0,1 0 0,0-2 0,42 10 0,26-8 0,1-3 0,129-9 0,-188 1 0,103-5 0,267-46 0,-367 44 0,132-29 0,-131 26 0,0-1 0,51-25 0,202-121 0,-287 156 0,5-2 0,0-1 0,0 1 0,-1-2 0,1 1 0,-1-1 0,0 0 0,9-11 0,-16 16 0,1 1 0,-1-1 0,1 1 0,-1-1 0,0 1 0,1-1 0,-1 0 0,0 1 0,1-1 0,-1 0 0,0 1 0,0-1 0,1 0 0,-1 1 0,0-1 0,0 0 0,0 1 0,0-1 0,0 0 0,0 0 0,0 1 0,0-1 0,0 0 0,-1 1 0,1-1 0,0 0 0,0 1 0,0-1 0,-1 0 0,1 1 0,-1-1 0,1 1 0,0-1 0,-1 0 0,1 1 0,-1-1 0,1 1 0,-1-1 0,1 1 0,-1 0 0,1-1 0,-1 1 0,0 0 0,1-1 0,-1 1 0,0 0 0,1-1 0,-1 1 0,0 0 0,-1 0 0,-5-2 0,0 0 0,0 1 0,-14-1 0,17 2 0,-69-3 0,-1 4 0,-82 10 0,-141 39 0,237-38 0,-109 7 0,154-17 0,1 0 0,-1 1 0,1 1 0,-23 10 0,-13 3 0,20-10-341,1 0 0,-1-2-1,-41 1 1,46-6-6485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32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958 36 24575,'-1'-2'0,"1"1"0,0-1 0,-1 1 0,1-1 0,0 1 0,-1 0 0,0-1 0,1 1 0,-1 0 0,0-1 0,0 1 0,0 0 0,0 0 0,0 0 0,0 0 0,0 0 0,0 0 0,0 0 0,0 0 0,0 0 0,-1 0 0,1 1 0,0-1 0,-1 1 0,1-1 0,-1 1 0,1-1 0,0 1 0,-1 0 0,-2-1 0,-7-1 0,1 1 0,-1 0 0,-12 1 0,13 0 0,-13-1 0,-282 4 0,267 0 0,1 2 0,0 1 0,0 2 0,1 2 0,0 1 0,-47 23 0,69-27 0,1 1 0,1 0 0,-1 1 0,1 1 0,1 0 0,0 0 0,0 1 0,1 1 0,1 0 0,-15 23 0,8-8 0,2 0 0,2 1 0,0 0 0,-11 42 0,20-59 0,1 1 0,0-1 0,0 1 0,1 0 0,0-1 0,1 1 0,1 0 0,0 0 0,0-1 0,4 15 0,-3-21 0,-1 0 0,1 1 0,0-1 0,0 0 0,1 0 0,0 0 0,-1-1 0,2 1 0,-1-1 0,0 1 0,1-1 0,0 0 0,0-1 0,0 1 0,1-1 0,-1 1 0,1-1 0,0-1 0,-1 1 0,1-1 0,0 1 0,1-1 0,7 1 0,18 3 0,1-3 0,0 0 0,0-2 0,40-4 0,-16 1 0,27 2 0,-24 1 0,90-11 0,-130 7 0,-1-1 0,0 0 0,0-1 0,0-1 0,-1 0 0,0-2 0,0 0 0,0-1 0,15-11 0,-23 13 0,10-5 0,-1-2 0,-1 0 0,0-1 0,16-18 0,-29 27 0,0 0 0,-1-1 0,0 1 0,0-1 0,0 1 0,-1-1 0,0 0 0,-1 0 0,1 0 0,0-14 0,-1 4 0,-1-1 0,-1 0 0,-3-21 0,4 35 6,-1 0 0,0 0-1,0 0 1,0 0 0,-1 0-1,1 0 1,-1 0 0,0 1 0,0-1-1,0 1 1,-1-1 0,1 1-1,-1 0 1,0 0 0,0 0 0,0 0-1,0 0 1,0 1 0,-1 0-1,-5-4 1,0 2-171,0 1 0,0 0 0,0 0 0,0 1 0,0 0 0,0 1 0,-1-1 0,-9 2 0,-7-1-6661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35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1 24575,'0'6'0,"-6"7"0,-5 17 0,0 11 0,-4 17 0,-6 12 0,-2 4 0,4-9 0,1-12 0,21-15 0,11-14-8191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36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24575,'8'0'0,"13"3"0,4 6 0,2 3 0,-1-2 0,-6-2-8191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36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24575,'-3'3'0,"0"7"0,-1 16 0,7 15 0,2 10 0,4 10 0,0-2 0,5 0 0,2-6 0,-1-11 0,-1-5 0,-2-7 0,-3-5 0,-4-4 0,-2-6-8191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37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 1 24575,'-3'0'0,"-6"3"0,-6 1 0,-8 0 0,-3-1 0,-6 2 0,0 0 0,5 2 0,12 9 0,19 4 0,19 5 0,21 7 0,11 0 0,6 1 0,-6-5 0,-6-7 0,-5-8 0,-10-5-8191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38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1 219 24575,'8'-9'0,"15"-2"0,30-6 0,23 0 0,30 1 0,23-4 0,17-3 0,8-5 0,-1-2 0,-20 3 0,-34 7-8191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51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23 24575,'-2'2'0,"0"0"0,0-1 0,-1 1 0,1-1 0,0 1 0,-1-1 0,-3 1 0,4-1 0,-1 0 0,1 0 0,0 1 0,0-1 0,-1 0 0,1 1 0,0-1 0,0 1 0,-2 2 0,-3 8 0,-1 1 0,2 0 0,0 0 0,0 1 0,1-1 0,1 1 0,-5 28 0,6-30 0,1-1 0,1 1 0,0 0 0,0 0 0,2 0 0,-1 0 0,1 0 0,1 0 0,0 0 0,1 0 0,0-1 0,1 1 0,0-1 0,1 0 0,0 0 0,8 12 0,-10-20 0,-1 1 0,1-1 0,1 0 0,-1 0 0,0 0 0,1-1 0,-1 1 0,1-1 0,0 0 0,0 0 0,0 0 0,0 0 0,0-1 0,0 0 0,0 1 0,1-2 0,5 2 0,9-1 0,0 0 0,35-3 0,-17 0 0,6 1 0,-11 1 0,40-4 0,-61 2 0,0 0 0,0-1 0,0 0 0,-1 0 0,1-1 0,-1-1 0,14-7 0,-10 3 0,-1 0 0,1-1 0,-2 0 0,1-1 0,-1-1 0,-1 0 0,0-1 0,-1 0 0,15-25 0,-20 30 0,-1 0 0,0 0 0,-1-1 0,0 1 0,0-1 0,0 0 0,-2 1 0,1-1 0,-1 0 0,0 0 0,-1 0 0,0 0 0,0-1 0,-1 1 0,0 0 0,-1 1 0,0-1 0,0 0 0,-5-11 0,5 16 0,0 0 0,0-1 0,0 1 0,0 1 0,-1-1 0,0 0 0,0 1 0,0-1 0,0 1 0,0 0 0,0 0 0,-1 0 0,0 0 0,0 1 0,1-1 0,-2 1 0,1 0 0,-6-2 0,0 2 0,0-1 0,0 2 0,-1 0 0,1 0 0,-1 1 0,-19 1 0,-155 4-1365,167-5-5461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57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24575,'9'3'0,"11"15"0,17 14 0,11 18 0,15 24 0,5 12 0,3 4 0,6 9 0,-1 0 0,-4-6 0,-7-12 0,-4-9 0,-11-16 0,-11-10 0,-5-11 0,-10-20 0,-8-12-8191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0:57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980 0 24575,'-3'0'0,"-4"0"0,-9 0 0,-14 0 0,-10 15 0,-22 30 0,-23 37 0,-15 42 0,-7 35 0,2 25-987,8 2 987,11-11 0,15-18 0,17-20-83,11-20 83,10-27 0,9-22 0,7-24-7121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1:42.4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399 0 24575,'-30'0'0,"0"2"0,0 0 0,-47 11 0,62-9 0,0 1 0,0 0 0,0 1 0,1 1 0,0 0 0,0 1 0,1 0 0,-20 17 0,25-19 0,1 1 0,0 0 0,1 0 0,-1 0 0,1 1 0,1 0 0,0 0 0,0 1 0,0 0 0,1-1 0,0 1 0,1 1 0,0-1 0,1 0 0,-1 1 0,2 0 0,-1-1 0,2 1 0,-1 0 0,1 0 0,1-1 0,0 1 0,0 0 0,1 0 0,0-1 0,6 17 0,-3-11 0,1 0 0,1 0 0,0-1 0,1 0 0,1 0 0,0-1 0,1 0 0,0-1 0,1 0 0,13 11 0,-4-6 0,1-1 0,0-1 0,1-1 0,1-1 0,33 14 0,-50-24 0,0-1 0,0 0 0,0 0 0,0-1 0,1 1 0,-1-1 0,0-1 0,1 1 0,-1-1 0,0 0 0,1-1 0,-1 1 0,0-1 0,10-3 0,-11 2 0,0 0 0,0 0 0,-1 0 0,1-1 0,-1 0 0,1 0 0,-1 0 0,0 0 0,0-1 0,-1 1 0,1-1 0,-1 0 0,1 0 0,-1-1 0,0 1 0,-1 0 0,1-1 0,1-5 0,0 1-2,-1 0-1,-1 0 0,0-1 0,0 1 1,-1 0-1,0-1 0,0 1 0,-1-1 1,-1-13-1,-4-8 70,-12-48 1,10 54-559,1 0 0,-4-52 0,10 62-6335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1:45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317 1 24575,'-16'0'0,"0"1"0,-1 1 0,1 0 0,0 2 0,1 0 0,-1 0 0,0 1 0,1 1 0,0 1 0,-24 14 0,30-15 0,0 0 0,1 0 0,0 0 0,1 1 0,-1 0 0,1 1 0,0 0 0,1 0 0,0 0 0,0 1 0,1 0 0,0 0 0,1 0 0,0 1 0,0-1 0,1 1 0,-4 19 0,4-7 0,1 0 0,0 1 0,2 0 0,1-1 0,6 41 0,-6-55 0,1 1 0,0 0 0,1-1 0,0 0 0,0 1 0,1-1 0,0-1 0,0 1 0,1 0 0,0-1 0,0 0 0,1 0 0,0-1 0,0 1 0,0-1 0,1-1 0,12 9 0,-6-6 0,2-1 0,-1-1 0,1 0 0,-1-1 0,2-1 0,-1 0 0,0-1 0,1-1 0,-1 0 0,1-1 0,29-2 0,-34 1 0,0-2 0,-1 1 0,1-1 0,-1-1 0,0 0 0,0-1 0,0 0 0,0 0 0,0-1 0,-1 0 0,0-1 0,0 0 0,-1 0 0,1-1 0,-1 0 0,-1 0 0,1-1 0,7-11 0,-4 4 0,-2 0 0,0-1 0,13-30 0,-20 40 0,1 0 0,-1 0 0,-1-1 0,0 1 0,1-1 0,-2 1 0,1-1 0,-1 1 0,0-1 0,0 1 0,-1-1 0,0 0 0,-3-11 0,-35-79 0,36 89-85,0 1 0,-1 0-1,0-1 1,0 2 0,-1-1-1,0 0 1,0 1 0,-1 0-1,1 0 1,-1 1 0,-1 0-1,1 0 1,-1 0 0,0 1-1,-13-7 1,-14-7-6741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1:50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2308 2 24575,'-24'0'0,"-33"-1"0,0 2 0,-111 18 0,60 5 0,0-5 0,-122 5 0,179-21 0,0 3 0,0 1 0,1 3 0,-98 33 0,87-25 0,-125 20 0,7-3 0,85-9 0,-111 24 0,190-47 0,0 1 0,0 0 0,1 1 0,-1 1 0,-17 9 0,-67 45 0,29-16 0,35-24 0,2 1 0,-48 40 0,75-56 0,1 0 0,0 1 0,1-1 0,0 1 0,-1 0 0,2 0 0,-1 0 0,1 1 0,0-1 0,0 1 0,1 0 0,0-1 0,0 1 0,0 0 0,1 1 0,0-1 0,0 8 0,2 3 0,0 0 0,1 0 0,0 0 0,2-1 0,9 31 0,-10-41 0,0 1 0,1 0 0,-1-1 0,2 0 0,-1 0 0,1 0 0,0 0 0,0-1 0,1 0 0,0 0 0,0 0 0,12 8 0,6 2 0,1-1 0,37 15 0,4 4 0,15 10 0,88 34 0,17-20 0,-52-19 0,-107-32 0,-1 0 0,1-1 0,1-2 0,-1-1 0,30 0 0,138-12 0,-82 2 0,19 4 0,61-4 0,-146 3 0,0-2 0,47-13 0,9-8 0,114-26 0,-152 40 0,100-14 0,-147 25 0,-1-2 0,1 0 0,-1-1 0,0-1 0,0 0 0,0-2 0,23-13 0,-21 10 0,-1-1 0,-1-1 0,0 0 0,0-1 0,27-31 0,-37 36 0,-1 0 0,0-1 0,0 0 0,-1 0 0,0 0 0,-1-1 0,0 1 0,0-1 0,-2 0 0,1 0 0,-1 0 0,-1 0 0,0-1 0,0 1 0,-1 0 0,-1-1 0,0 1 0,0 0 0,-1 0 0,-1 0 0,-4-14 0,-7-11 0,-40-93 0,45 110 0,-1 1 0,-1 1 0,-1 0 0,-23-27 0,22 32 0,0 1 0,-1 1 0,0 1 0,-1 0 0,0 0 0,-30-11 0,19 8 0,-33-20 0,-12-24 133,13 10-1631,28 25-5328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2:08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991 1 24575,'-487'0'0,"465"1"0,1 1 0,-1 2 0,-30 8 0,-6 1 0,42-10 0,-1 1 0,1 1 0,0 0 0,1 2 0,-1-1 0,1 2 0,0 0 0,1 1 0,0 0 0,1 1 0,0 1 0,-23 23 0,30-28 0,-11 11 0,1 0 0,-21 28 0,32-37 0,1 0 0,-1 0 0,1 0 0,1 1 0,0-1 0,0 1 0,0 0 0,1 0 0,-1 15 0,2-10 0,1-1 0,0 0 0,1 1 0,1-1 0,0 0 0,0 0 0,2 0 0,-1 0 0,12 24 0,-11-29 0,0 1 0,1-1 0,0 0 0,1 0 0,-1 0 0,1-1 0,1 0 0,-1 0 0,1 0 0,1-1 0,-1 0 0,1-1 0,0 1 0,15 6 0,10 3 0,1-2 0,1-1 0,0-1 0,1-2 0,-1-2 0,59 5 0,456-20 0,-132-3 0,-339 12 0,107-2 0,-178 0 0,-1 0 0,1 0 0,-1-1 0,0 0 0,0-1 0,0 0 0,0 0 0,0 0 0,-1-1 0,0 0 0,1 0 0,-1-1 0,-1 1 0,1-1 0,-1-1 0,6-5 0,4-8 0,0-1 0,-1 0 0,18-35 0,-29 49 0,0-1 0,0 0 0,0 1 0,-1-1 0,0 0 0,0 0 0,0 0 0,-1 0 0,0-1 0,-1-9 0,0 12 0,-1 0 0,1 0 0,-2 0 0,1 0 0,0 0 0,-1 1 0,0-1 0,0 0 0,0 1 0,-1 0 0,0-1 0,1 1 0,-2 0 0,1 0 0,-7-6 0,-24-18 0,-2 1 0,0 1 0,-2 3 0,-56-27 0,-1-2 0,80 44 0,0 0 0,0 1 0,-1 1 0,0 1 0,0 0 0,-1 1 0,1 0 0,-1 2 0,0 0 0,-32 0 0,-134 4-1365,130-1-5461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2:12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349 70 24575,'-11'1'0,"0"0"0,0 0 0,-1 1 0,1 1 0,0 0 0,1 0 0,-21 9 0,-1 5 0,-34 22 0,24-13 0,33-20 0,0 0 0,0 0 0,0 0 0,1 1 0,0 1 0,-10 11 0,14-15 0,1 1 0,0 0 0,0 1 0,0-1 0,0 0 0,1 1 0,0-1 0,0 1 0,1 0 0,0 0 0,0 0 0,0 0 0,0 6 0,0 24 0,2 0 0,8 50 0,-7-71 0,1-1 0,1 0 0,0 0 0,1 0 0,0-1 0,1 1 0,0-1 0,15 21 0,-14-26 0,0 0 0,1-1 0,0 0 0,1 0 0,-1-1 0,1 0 0,0-1 0,1 1 0,-1-2 0,1 1 0,0-2 0,0 1 0,0-1 0,21 3 0,11 0 0,-1-2 0,59-2 0,-96-2 0,9 1 0,1-1 0,-1-1 0,0 0 0,0-1 0,0-1 0,0 0 0,0 0 0,-1-2 0,0 1 0,1-2 0,-1 1 0,-1-2 0,1 1 0,14-12 0,-21 12 0,0 1 0,0 0 0,0-1 0,0 0 0,-1 0 0,0 0 0,0-1 0,-1 0 0,1 1 0,-2-1 0,1 0 0,-1 0 0,3-15 0,-1-7 0,-1 1 0,-1-40 0,0 7 0,7 6 0,-6 47 0,-1 1 0,-1-1 0,0 1 0,0-1 0,0 0 0,-1 0 0,0 1 0,0-1 0,-1 0 0,0 1 0,-3-14 0,-9-13 0,-25-50 0,35 78 7,-1 0 0,-1 0-1,1 1 1,-1-1 0,0 1-1,0 0 1,0 1-1,-1-1 1,0 1 0,0 0-1,0 1 1,0-1 0,0 1-1,-1 0 1,0 1 0,1 0-1,-8-2 1,-6 0-304,-1 0 0,1 2 0,-1 0 0,-32 2 0,32 1-6529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09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963 1 24575,'-18'1'0,"-1"2"0,1 0 0,0 1 0,0 1 0,0 1 0,1 0 0,-28 15 0,4-3 0,-373 155 0,385-160 0,0-1 0,-1-2 0,0-1 0,0-1 0,-1-2 0,-39 4 0,61-10 0,0 1 0,1 0 0,-1 1 0,0 0 0,1 0 0,-1 1 0,-14 6 0,23-9 0,0 0 0,0 0 0,-1 0 0,1 1 0,0-1 0,0 0 0,0 0 0,-1 0 0,1 0 0,0 0 0,0 1 0,0-1 0,-1 0 0,1 0 0,0 0 0,0 1 0,0-1 0,0 0 0,0 0 0,0 0 0,0 1 0,-1-1 0,1 0 0,0 0 0,0 1 0,0-1 0,0 0 0,0 0 0,0 1 0,0-1 0,0 0 0,0 0 0,0 1 0,0-1 0,0 0 0,1 0 0,-1 1 0,0-1 0,0 0 0,0 0 0,0 1 0,0-1 0,0 0 0,0 0 0,1 0 0,-1 1 0,0-1 0,0 0 0,0 0 0,1 0 0,-1 0 0,0 0 0,0 1 0,0-1 0,1 0 0,-1 0 0,0 0 0,0 0 0,1 0 0,-1 0 0,0 0 0,0 0 0,1 0 0,21 9 0,-16-7 0,469 158 0,-445-152-138,36 5 0,-44-10-951,-1 1-5737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09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24575,'38'2'0,"0"2"0,-1 2 0,56 16 0,-24-6 0,11-1 25,0-4 0,83 1-1,160-12-559,-216-2-369,-84 1-5922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10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776 1 24575,'-81'2'0,"-89"15"0,-78 25 0,223-37 0,-186 44 0,206-47 0,-23 8 0,27-10 0,1 0 0,-1 1 0,1-1 0,-1 0 0,1 1 0,-1-1 0,1 0 0,0 1 0,-1-1 0,1 0 0,0 1 0,-1-1 0,1 1 0,0-1 0,0 0 0,-1 1 0,1-1 0,0 1 0,0-1 0,0 1 0,0-1 0,0 1 0,-1-1 0,1 1 0,0-1 0,0 1 0,0-1 0,0 1 0,0-1 0,1 1 0,-1 0 0,0-1 0,0 0 0,0 1 0,0-1 0,1 1 0,-1-1 0,0 1 0,0-1 0,1 1 0,-1-1 0,0 1 0,1-1 0,-1 0 0,0 1 0,1-1 0,-1 0 0,1 1 0,8 6 0,1-1 0,0 0 0,0 0 0,0-1 0,1 0 0,0-1 0,-1 0 0,15 3 0,10 4 0,316 104 0,-123-44 0,-201-62 0,1-1 0,1-2 0,-1-1 0,46 2 0,-50-5-1365,-4 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11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 24575,'1299'0'0,"-1280"0"-119,44-2 372,-59 2-389,1-1-1,-1 0 1,1 0 0,-1 0 0,0-1-1,0 1 1,0-1 0,1 0-1,-2 0 1,8-6 0,3-6-6690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12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1183 1 24575,'-17'15'0,"0"0"0,-1-1 0,0-1 0,-1-1 0,0-1 0,-41 18 0,-131 33 0,149-50 0,-540 132 0,495-125 0,66-14 0,-29 7 0,47-11 0,0 0 0,-1 0 0,1 1 0,0-1 0,1 1 0,-1-1 0,0 1 0,0 0 0,1 0 0,-1 0 0,-2 4 0,5-5 0,-1-1 0,1 1 0,-1 0 0,1 0 0,-1 0 0,1 0 0,0 0 0,-1 0 0,1 0 0,0 0 0,0 0 0,0 0 0,0 0 0,0 0 0,0 0 0,0 0 0,0 0 0,0 0 0,1 0 0,-1 0 0,0 0 0,1 0 0,-1 0 0,1 0 0,-1 0 0,1-1 0,-1 1 0,1 0 0,-1 0 0,1 0 0,0-1 0,1 2 0,31 24 0,-28-23 0,71 44 0,122 57 0,93 20 0,-183-82 0,-12-5 0,122 65 0,-187-82-1365,-6-1-5461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13.1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1 122 24575,'31'0'0,"49"0"0,156-18 0,-34-22 0,-103 18 0,1 4 0,125-6 0,132 27 0,-287 5 0,25 1 0,-71-7-102,0 1-1,0 1 0,45 15 0,-44-12-851,-6-1-5872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16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880 20 24575,'-9'-4'0,"-1"1"0,0 0 0,0 0 0,0 1 0,0 1 0,-16-1 0,-2 1 0,-34 4 0,38 0 0,-1 2 0,1 1 0,-40 16 0,8-4 0,-4 2 0,1 3 0,1 2 0,1 3 0,1 2 0,2 2 0,-57 45 0,106-72 0,0-1 0,0 1 0,1 0 0,0 0 0,0 0 0,0 0 0,0 1 0,1 0 0,0-1 0,0 1 0,1 0 0,0 1 0,0-1 0,0 0 0,1 1 0,0-1 0,-1 11 0,1 9 0,2 0 0,1 0 0,6 32 0,-2-13 0,4 16 0,3-1 0,2 0 0,3-1 0,39 90 0,-52-138 0,0-1 0,1 1 0,0-1 0,0-1 0,1 1 0,1-1 0,-1 0 0,13 10 0,-14-13 0,1-1 0,1 0 0,-1-1 0,1 0 0,0 0 0,0 0 0,0-1 0,0-1 0,0 1 0,1-1 0,16 2 0,39-1 0,119-8 0,-61 0 0,-103 4 0,-1 1 0,1-2 0,-1-1 0,1 0 0,-1-1 0,0-1 0,-1-1 0,1-1 0,-1 0 0,31-18 0,34-26 0,126-101 0,-198 144 0,-1 0 0,0-1 0,0 1 0,-1-2 0,0 1 0,-1-1 0,0-1 0,0 1 0,-1-1 0,-1 0 0,0-1 0,0 1 0,-1-1 0,-1 0 0,0 0 0,2-17 0,16-167 0,-15 158 0,-1 0 0,-3-1 0,0 1 0,-8-68 0,4 97-62,0 0 0,0 0 0,0 0 0,-1 0 0,0 1 0,-1-1 0,0 1 0,-1 0 0,1 0 0,-1 0 0,-1 1 0,0 0-1,0 0 1,0 0 0,-1 1 0,1 0 0,-2 0 0,1 1 0,-1-1 0,0 2 0,-13-7 0,-8-3-6764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18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665 34 24575,'-4'-3'0,"0"-1"0,-1 1 0,1 0 0,-1 0 0,0 1 0,0 0 0,0-1 0,0 1 0,0 1 0,0-1 0,-1 1 0,1 0 0,-8-1 0,-3 1 0,1 0 0,-1 1 0,-22 3 0,16 1 0,0 1 0,0 1 0,1 1 0,0 0 0,-28 15 0,-96 62 0,131-76 0,-1 2 0,2 0 0,0 1 0,0 0 0,0 1 0,2 0 0,0 1 0,0 0 0,-15 25 0,22-31 0,-8 14 0,0 1 0,-10 29 0,19-45 0,1 0 0,0 1 0,1-1 0,-1 1 0,1 0 0,1-1 0,-1 1 0,1 0 0,0-1 0,1 1 0,0 0 0,0-1 0,3 10 0,7 16 0,2 0 0,1-2 0,1 1 0,2-2 0,39 53 0,-47-72 0,0 0 0,1 0 0,0-1 0,0-1 0,1 1 0,0-2 0,1 1 0,0-2 0,0 0 0,0 0 0,22 7 0,-10-7 0,0-1 0,0-1 0,0 0 0,1-2 0,36-2 0,-54 0 0,0 0 0,1 0 0,-1-1 0,0-1 0,0 1 0,0-1 0,0 0 0,0-1 0,-1 1 0,1-1 0,0-1 0,-1 1 0,0-1 0,0 0 0,0-1 0,8-8 0,50-52 0,-36 35 0,60-49 0,-71 67 0,-1-2 0,-1-1 0,0 0 0,0 0 0,-2-2 0,17-24 0,-22 29 0,-1-1 0,-1 0 0,0 0 0,-1 0 0,0-1 0,-1 0 0,-1 0 0,0 0 0,-1 0 0,1-20 0,-2 16 0,-1 1 0,0 1 0,0-1 0,-4-17 0,3 30 0,1 0 0,-1 0 0,-1 0 0,1 0 0,-1 0 0,1 0 0,-1 0 0,0 0 0,0 1 0,-1-1 0,1 1 0,-1 0 0,0 0 0,0 0 0,0 0 0,0 0 0,-4-3 0,-7-1 0,1 1 0,-1 0 0,0 1 0,0 0 0,-22-3 0,17 3 0,-1-1 0,-22-9 0,10-1-61,20 10-200,0 0 0,-1 0 0,0 1 1,-26-6-1,20 8-6565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20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572 19 24575,'-2'-2'0,"0"1"0,0-1 0,0 1 0,0 0 0,0 0 0,-1 0 0,1 0 0,0 0 0,-1 0 0,1 1 0,0-1 0,-4 0 0,-31-2 0,27 3 0,-143-1 0,80 1 0,62 1 0,1 0 0,-1 1 0,0 0 0,0 1 0,1 0 0,-1 0 0,1 1 0,0 1 0,0-1 0,1 2 0,-1-1 0,-14 13 0,12-9 0,1 1 0,0 0 0,1 1 0,0 0 0,0 1 0,1 0 0,1 0 0,-12 23 0,16-26 0,1-1 0,1 0 0,-1 1 0,2 0 0,-1 0 0,1-1 0,0 11 0,4 65 0,0-37 0,4 46 0,-5-81 0,1-1 0,0 0 0,0 1 0,1-1 0,10 19 0,77 120 0,-87-145 0,0 0 0,0-1 0,0 1 0,1-1 0,-1 0 0,1-1 0,0 1 0,0-1 0,1 0 0,-1 0 0,0 0 0,1-1 0,0 0 0,0 0 0,0-1 0,-1 1 0,1-1 0,1-1 0,8 1 0,0-1 0,0-1 0,1 0 0,-1-1 0,0 0 0,0-2 0,25-8 0,-19 3 0,0-1 0,-1-1 0,0 0 0,-1-2 0,24-20 0,-36 27 0,1-1 0,-2 0 0,1 0 0,-1-1 0,0 0 0,0 0 0,-1-1 0,0 1 0,-1-1 0,0 0 0,0 0 0,-1-1 0,0 1 0,2-15 0,-1-8 0,-1 0 0,-1-1 0,-4-34 0,0 11 0,1 29 0,-11-55 0,7 58 0,1 0 0,-1-45 0,10 43-1365,4 5-5461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22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470 1 24575,'-25'0'0,"-6"-1"0,0 2 0,0 0 0,0 3 0,-39 8 0,42-5 0,0 2 0,0 1 0,-34 17 0,55-24 0,0 1 0,0 0 0,1 1 0,0-1 0,-1 1 0,2 0 0,-1 0 0,1 1 0,-1 0 0,1 0 0,1 0 0,0 1 0,-1-1 0,2 1 0,-1 0 0,1 0 0,-4 14 0,3 3 0,2 0 0,1 0 0,0 0 0,7 47 0,-4-38 0,-1-20 0,1-1 0,0 1 0,1-1 0,0 0 0,1 0 0,0 0 0,0 0 0,2-1 0,-1 1 0,2-1 0,-1-1 0,2 1 0,-1-1 0,1-1 0,1 1 0,0-1 0,0-1 0,11 9 0,-5-5 0,0-1 0,1 0 0,0-1 0,25 11 0,-30-17 0,0 0 0,1 0 0,-1-1 0,0-1 0,1 0 0,0-1 0,-1 0 0,18-1 0,238-5 0,-244 3 0,-1-1 0,1-1 0,-1-1 0,0-1 0,36-16 0,-28 9 0,-1-1 0,-1-2 0,40-28 0,-56 35 0,0 0 0,-1-1 0,0-1 0,0 0 0,15-20 0,-22 24 0,0 0 0,0 0 0,0 0 0,-1 0 0,0 0 0,-1-1 0,1 1 0,-1-1 0,-1 0 0,0 1 0,0-1 0,0-14 0,-1 19-43,0-6-67,1 1-1,-2-1 1,1 1 0,-1-1 0,-1 1 0,1-1 0,-2 1 0,1 0-1,-1 0 1,0 0 0,-8-14 0,0 9-6716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28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 24575,'2'105'0,"-4"114"0,1-216 0,1 0 0,-1 0 0,0 0 0,1-1 0,-1 1 0,0 0 0,-1 0 0,1-1 0,0 1 0,-1-1 0,1 0 0,-1 1 0,0-1 0,0 0 0,0 0 0,0 0 0,0 0 0,0 0 0,-5 2 0,5-2 0,0 0 0,0 0 0,1-1 0,-1 1 0,1 0 0,-1 0 0,1 0 0,0 0 0,0 1 0,0-1 0,0 0 0,0 0 0,1 0 0,-1 1 0,1-1 0,-1 0 0,1 1 0,0-1 0,0 1 0,0-1 0,0 0 0,0 1 0,0-1 0,1 3 0,2 7 0,1 0 0,-1 0 0,8 15 0,-1-3 0,14 71 0,-1-4 0,-16-65 0,0 1 0,-2-1 0,4 48 0,-9-71 0,1 0 0,-1 1 0,1-1 0,0 0 0,0 0 0,0 0 0,1 0 0,-1-1 0,1 1 0,-1 0 0,1 0 0,4 3 0,30 27 0,-8-7 0,7 6 0,72 56 0,-101-83-124,1 0 0,-2 1 0,1 0 0,-1 0 0,0 1 0,0 0-1,-1-1 1,0 1 0,0 1 0,3 7 0,2 6-6702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31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2003 189 24575,'-28'1'0,"12"-1"0,-1 1 0,1-2 0,0 0 0,-1-1 0,1-1 0,-18-5 0,-190-89 0,206 88 0,-1 2 0,-1 0 0,1 1 0,-1 1 0,0 0 0,0 2 0,0 1 0,-40 0 0,37 0 0,1 0 0,0-1 0,-25-6 0,23 3 0,0 2 0,-38-2 0,-541 7 0,578 1 0,-1 2 0,1 0 0,1 2 0,-1 0 0,-42 19 0,49-19 0,-6 2 0,1 1 0,0 1 0,1 2 0,0 0 0,-37 27 0,10-3 0,29-23 0,2 0 0,-1 2 0,-28 31 0,42-41 0,1 0 0,0 0 0,1 0 0,-1 1 0,1 0 0,0 0 0,1 0 0,-1 0 0,1 0 0,1 0 0,-1 0 0,1 1 0,0-1 0,0 1 0,1-1 0,0 1 0,0-1 0,1 10 0,5 11 0,0 0 0,2 0 0,11 27 0,-16-47 0,1-1 0,0 1 0,0-1 0,0 0 0,1 0 0,-1 0 0,2 0 0,-1-1 0,0 0 0,12 8 0,8 4 0,38 18 0,-21-12 0,21 10 0,-34-19 0,34 24 0,-34-21 0,0-2 0,2 0 0,-1-3 0,44 13 0,-24-9 0,0-3 0,1-1 0,1-3 0,78 3 0,135-11 0,-198-4 0,129-24 0,-143 17 0,-5 0 0,65-21 0,-37 8 0,39-15 0,-104 33 0,0 0 0,0-1 0,-1 0 0,0 0 0,0-1 0,-1-1 0,15-13 0,-20 16 0,0 0 0,-1 0 0,1 0 0,-1-1 0,-1 1 0,1-1 0,-1 0 0,0 0 0,0 0 0,0 0 0,-1 0 0,0 0 0,0-9 0,0-8 0,-1 0 0,-5-30 0,3 32 0,-3-14 0,3 25 0,0 1 0,1 0 0,1-1 0,-1 1 0,2 0 0,-1-1 0,3-14 0,1 10-195,1 1 0,0-1 0,0 1 0,2 0 0,-1 1 0,13-18 0,2 3-6631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42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24575,'0'6'0,"9"-1"0,17 6 0,1 0 0,-1-2 0,2-1 0,-1-2 0,43 6 0,147 3 0,-198-14 0,645 3 0,-348-7 0,218 3 0,-418-8 0,4-1 0,590 10 0,-692-2 0,0-1 0,-1-1 0,23-6 0,21-3 0,14 6-295,87 3 0,-131 4-480,-2-1-6051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43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 24575,'20'-10'0,"1"0"0,0 1 0,1 1 0,0 1 0,35-7 0,34 6 0,171 5 0,-193 5 0,377 32 0,104 1 0,-158-37 0,-361 4 0,1 1 0,44 10 0,-43-6 0,-1-2 0,39 1 0,141-7 0,89 2 0,-203 8-1365,-71-6-5461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46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699 78 24575,'-96'0'0,"-108"1"0,194 0 0,-1 0 0,1 1 0,-1 0 0,1 1 0,0 0 0,0 0 0,0 1 0,0 1 0,1 0 0,0 0 0,0 0 0,0 1 0,0 1 0,1 0 0,0 0 0,-12 15 0,-3 6 0,2 2 0,2 0 0,-26 51 0,39-69 0,-2 2 0,-1-1 0,0 0 0,-20 20 0,-12 18 0,39-48 0,0 0 0,0 0 0,1 0 0,-1 0 0,1 0 0,0 1 0,0-1 0,0 0 0,0 1 0,0-1 0,1 1 0,-1-1 0,1 1 0,0-1 0,0 1 0,1-1 0,0 4 0,0-2 0,1-1 0,-1 1 0,1-1 0,0 1 0,1-1 0,-1 0 0,1 0 0,0 0 0,-1 0 0,2-1 0,3 5 0,4 1 0,-1-1 0,1 1 0,1-2 0,0 0 0,0 0 0,0-1 0,25 8 0,147 38 0,-150-45 0,1-2 0,-1-1 0,54 0 0,-45-5 0,1-2 0,77-16 0,-106 16 0,0-1 0,-1-1 0,1-1 0,-1 0 0,-1 0 0,1-2 0,-1 0 0,0 0 0,-1-1 0,0-1 0,17-16 0,-20 16 0,-1 0 0,1-1 0,-2 0 0,0 0 0,0 0 0,-1-1 0,0 0 0,-1 0 0,4-14 0,-6 16 0,-1 0 0,-1-1 0,1 1 0,-2-1 0,1 0 0,-1 1 0,-1-1 0,0 1 0,-1-1 0,0 1 0,0 0 0,-5-11 0,2 7 0,-2 0 0,0 0 0,0 1 0,-1 0 0,-1 0 0,0 1 0,-1 0 0,0 1 0,-20-17 0,-13-7 0,-63-39 0,46 33 0,28 20-1365,2 2-5461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29:49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578 35 24575,'-27'-1'0,"1"-2"0,-44-10 0,42 7 0,-56-5 0,70 10 0,0 1 0,0 1 0,0 0 0,0 0 0,0 2 0,0 0 0,1 0 0,-1 1 0,1 1 0,0 0 0,0 1 0,1 0 0,-1 1 0,1 1 0,1-1 0,-16 15 0,14-10 0,1 0 0,0 0 0,1 1 0,-17 26 0,24-33 0,1 0 0,0 0 0,0 1 0,0-1 0,0 1 0,1 0 0,0-1 0,1 1 0,0 0 0,0 0 0,0 0 0,1 1 0,0-1 0,1 9 0,2-1 0,0 0 0,1 0 0,0 0 0,2 0 0,7 16 0,-9-23 0,1 0 0,0-1 0,0 0 0,0 0 0,1 0 0,0 0 0,0-1 0,1 0 0,-1 0 0,14 8 0,143 70 0,-148-78 0,-1-1 0,1 0 0,0-1 0,1 0 0,-1-2 0,19 2 0,94-4 0,-53-2 0,-67 2 0,0-1 0,0 0 0,1-1 0,-1 1 0,0-2 0,0 1 0,0-1 0,-1 0 0,1-1 0,-1 1 0,0-2 0,1 1 0,11-11 0,0-2 0,0-2 0,-1 0 0,17-25 0,-29 37 0,-1-2 0,0 1 0,-1-1 0,1 1 0,-2-1 0,1 0 0,-1-1 0,-1 1 0,1-1 0,-2 1 0,1-1 0,-1-18 0,-1 16 0,0 0 0,-2 1 0,1-1 0,-1 1 0,-1-1 0,0 1 0,-1 0 0,0 0 0,0 0 0,-9-14 0,6 13 0,0 1 0,-1 1 0,0-1 0,-1 1 0,-10-9 0,13 13 0,-1 1 0,1 0 0,-1 1 0,-1 0 0,1 0 0,-1 0 0,1 1 0,-1 0 0,-11-2 0,-25-6-1365,22 6-5461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0:00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 1 24575,'3'9'0,"0"1"0,0-1 0,-1 1 0,0 0 0,-1-1 0,0 1 0,0 0 0,-2 12 0,1 1 0,2 11 0,-2-1 0,-2 0 0,-8 51 0,7-72 0,0 1 0,-1 0 0,0-1 0,-1 0 0,0 0 0,-1 0 0,0-1 0,-1 0 0,0 0 0,-1 0 0,0-1 0,-10 9 0,14-16 0,1 1 0,0 0 0,0-1 0,1 1 0,-1 0 0,1 0 0,0 1 0,0-1 0,0 0 0,1 1 0,-1-1 0,1 1 0,0 0 0,0-1 0,0 10 0,2 3 0,-1 0 0,2 0 0,4 19 0,0-2 0,8 84 0,-4 0 0,-6 0 0,-5 1 0,-5-1 0,-24 126 0,29-234 0,-19 101 0,-10 212 0,33 358 0,-2-663 0,1 0 0,0-1 0,1 1 0,1-1 0,1 0 0,9 24 0,-11-34 0,3 14 0,-2 0 0,0 1 0,-2-1 0,0 1 0,-1-1 0,-3 32 0,1-30 0,0 1 0,2 0 0,1-1 0,8 43 0,-8-59 0,1 1 0,0-1 0,0 1 0,0-1 0,1 0 0,0 0 0,0-1 0,1 1 0,0-1 0,0 0 0,1 0 0,-1-1 0,1 0 0,0 0 0,13 8 0,-16-12 0,1 1 0,-1-1 0,1 0 0,0-1 0,-1 1 0,1-1 0,-1 1 0,1-1 0,0 0 0,-1-1 0,1 1 0,0 0 0,-1-1 0,1 0 0,-1 0 0,1 0 0,-1 0 0,1-1 0,-1 1 0,4-3 0,4-3 0,0 1 0,0-1 0,-1-1 0,14-13 0,-15 11-455,0 1 0,11-17 0,8-19-6371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0:22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1121 157 24575,'-653'0'0,"634"0"0,0 1 0,0 2 0,0-1 0,1 2 0,0 1 0,0 0 0,0 1 0,0 1 0,1 1 0,0 0 0,0 1 0,1 1 0,-23 18 0,17-11 0,-32 31 0,46-40 0,1 1 0,0 0 0,0-1 0,1 2 0,1-1 0,-1 1 0,-3 11 0,-7 17 0,3 0 0,1 1 0,-10 50 0,22-83 0,-1 0 0,1 0 0,-1 0 0,2 0 0,-1 0 0,1 0 0,0 0 0,0-1 0,3 10 0,-3-11 0,1-1 0,0 0 0,-1 0 0,1 0 0,0 0 0,0 0 0,1-1 0,-1 1 0,0 0 0,1-1 0,0 0 0,0 1 0,-1-1 0,1-1 0,0 1 0,1 0 0,3 1 0,58 24 0,-22-8 0,1-2 0,0-2 0,79 16 0,8-16 0,-73-10 0,89 20 0,-59 1 0,-62-17 0,0 0 0,0-2 0,1-1 0,0-2 0,0 0 0,31-1 0,166-4 0,-103 2 0,145-17 0,-227 11 0,62-19 0,-83 19 0,-1-1 0,0-1 0,-1-1 0,0 0 0,27-18 0,-39 22 0,1 0 0,-1-1 0,1 1 0,-1-1 0,-1 0 0,1 0 0,-1 0 0,1 0 0,-2-1 0,1 1 0,0-1 0,-1 0 0,0 1 0,-1-1 0,1 0 0,0-12 0,0-6 0,-1 0 0,-2 0 0,-3-25 0,1 1 0,2-85 0,-1-35 0,0 159 0,1 0 0,-2 0 0,1 0 0,-1 1 0,0-1 0,-1 1 0,0-1 0,0 1 0,-1 1 0,0-1 0,0 1 0,-1-1 0,0 1 0,0 1 0,-1 0 0,0-1 0,-8-4 0,-15-10 0,0 2 0,-64-31 0,83 45 0,0 0 0,-1 0 0,1 1 0,-1 0 0,0 1 0,0 1 0,-20-2 0,-72 4 0,55 1 0,30 0 9,1 1-1,1 1 1,-1 0-1,-22 8 1,-68 27-322,56-18-782,-52 19-5731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0:28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518 146 24575,'0'-1'0,"-1"1"0,1-1 0,0 1 0,0-1 0,0 1 0,-1-1 0,1 1 0,0-1 0,-1 1 0,1-1 0,0 1 0,-1 0 0,1-1 0,-1 1 0,1-1 0,0 1 0,-1 0 0,1-1 0,-1 1 0,1 0 0,-1 0 0,1-1 0,-1 1 0,0 0 0,1 0 0,-1 0 0,1 0 0,-1 0 0,-20-3 0,17 2 0,-43-3 0,-67 2 0,95 3 0,1 1 0,-1 0 0,1 2 0,0 0 0,0 1 0,-29 12 0,16-4 0,15-7 0,2 1 0,-1 1 0,-23 15 0,34-20 0,0 0 0,0 0 0,1 1 0,0 0 0,-1-1 0,1 1 0,0 0 0,1 0 0,-1 1 0,1-1 0,0 1 0,0-1 0,0 1 0,1 0 0,-1-1 0,0 9 0,0 10 0,1 0 0,2 0 0,3 32 0,-3-47 0,1-1 0,0 0 0,0 0 0,1 0 0,-1 0 0,1 0 0,1 0 0,7 11 0,-7-13 0,-1 0 0,1-1 0,0 1 0,0-1 0,0 0 0,0 0 0,1 0 0,0-1 0,0 1 0,0-1 0,10 4 0,147 49 0,-140-48 0,0-1 0,0 0 0,0-2 0,1-1 0,0 0 0,40 0 0,-51-5 0,0 1 0,0-1 0,0-1 0,-1 0 0,1-1 0,-1 0 0,0-1 0,1 0 0,-2-1 0,1 0 0,-1-1 0,1 0 0,-1-1 0,16-13 0,-14 8 0,0-1 0,0 0 0,-1-1 0,-1 0 0,-1-1 0,0 0 0,0 0 0,-2-1 0,7-18 0,-7 13 0,-1-1 0,-1 0 0,0 0 0,-2-1 0,-1 1 0,0-37 0,-3 49 0,0 1 0,-1-1 0,0 1 0,0 0 0,-1 0 0,0 0 0,-6-11 0,-35-58 0,29 53 0,2 7-1365,3 4-5461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0:30.7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461 2 24575,'-49'-1'0,"13"1"0,-65 5 0,90-3 0,0 0 0,-1 0 0,1 2 0,0-1 0,1 1 0,-1 1 0,1 0 0,0 0 0,-17 13 0,7-4 0,2 1 0,-32 33 0,44-42 0,1 1 0,0 0 0,1 0 0,0 0 0,0 0 0,0 1 0,1 0 0,0-1 0,0 1 0,1 0 0,-2 17 0,-2 16 0,2-17 0,1 0 0,1 0 0,1 0 0,5 45 0,-1-58 0,1 0 0,1 0 0,0 0 0,0-1 0,1 0 0,0 0 0,1 0 0,0-1 0,1 0 0,-1 0 0,2-1 0,10 9 0,-14-13 0,1 1 0,0-1 0,0-1 0,1 1 0,-1-1 0,1 0 0,-1 0 0,1-1 0,0 0 0,0 0 0,0-1 0,0 0 0,8 0 0,-6-1 0,1 0 0,-1-1 0,0-1 0,0 1 0,0-2 0,0 1 0,0-1 0,17-8 0,-3-3 0,0 0 0,-1-1 0,0-2 0,-2 0 0,36-38 0,-50 49 0,0 0 0,-1-1 0,0 0 0,0 0 0,-1 0 0,0-1 0,0 1 0,-1-1 0,0 0 0,3-10 0,-3 2 0,-1 1 0,0-1 0,-1 0 0,-2-24 0,0 13-112,0-6 235,-8-55 0,8 79-259,-1 0-1,0 1 1,-1-1 0,0 0 0,0 1-1,-1 0 1,0 0 0,-1 0 0,0 0-1,-11-13 1,-1 4-6690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0:41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841 19 24575,'-1'-1'0,"1"0"0,0 1 0,-1-1 0,1 0 0,0 1 0,-1-1 0,1 1 0,-1-1 0,1 1 0,-1-1 0,1 1 0,-1-1 0,1 1 0,-1-1 0,1 1 0,-1 0 0,0-1 0,1 1 0,-1 0 0,0-1 0,1 1 0,-1 0 0,0 0 0,0 0 0,1 0 0,-2 0 0,-23-4 0,21 4 0,-245-4 0,135 6 0,104-2 0,0 1 0,0 0 0,0 0 0,0 1 0,1 0 0,-1 0 0,0 1 0,1 1 0,-17 8 0,0-1 0,-42 12 0,45-16 0,0 2 0,-40 18 0,51-21 0,1 1 0,0 1 0,0 0 0,-19 18 0,25-21 0,1-1 0,1 1 0,-1 0 0,1 0 0,0 0 0,0 0 0,0 1 0,1-1 0,0 1 0,0 0 0,0 0 0,1 0 0,-1 9 0,1-5 0,0 0 0,1 0 0,0 0 0,1-1 0,0 1 0,1 0 0,0 0 0,1-1 0,0 1 0,5 12 0,-5-15 0,1-1 0,-1 0 0,1-1 0,1 1 0,-1 0 0,1-1 0,0 0 0,0 0 0,0-1 0,0 1 0,1-1 0,0 0 0,0-1 0,0 1 0,10 3 0,15 6 0,-16-6 0,0-1 0,1-1 0,-1 0 0,1 0 0,0-2 0,19 2 0,36-5 0,-56-1 0,1 1 0,0 0 0,0 1 0,0 0 0,0 1 0,0 1 0,-1 1 0,26 9 0,-33-9 0,20 10 0,0-1 0,1-2 0,1-1 0,60 13 0,-52-17 0,10 1 0,63 2 0,-70-7 0,0 2 0,0 1 0,73 21 0,-29-6 0,2-3 0,0-4 0,0-4 0,101-2 0,-114-7 0,81-3 0,-135 1 0,-1-1 0,1 0 0,-1-2 0,0 0 0,31-13 0,-45 16 0,-1-1 0,0 1 0,0-1 0,0 0 0,0 0 0,0-1 0,-1 1 0,0-1 0,1 1 0,-1-1 0,-1 0 0,1 0 0,0-1 0,-1 1 0,0 0 0,0-1 0,-1 0 0,1 1 0,-1-1 0,0 0 0,1-7 0,0-10 0,-1 1 0,0-1 0,-6-35 0,3 22 0,1 30 0,0-1 0,0 1 0,0 0 0,-1-1 0,0 1 0,0 0 0,0 0 0,-1 0 0,1 0 0,-1 1 0,-1-1 0,1 1 0,0 0 0,-1 0 0,0 0 0,0 0 0,-5-3 0,-8-6 0,-2 0 0,-36-18 0,48 27 0,-26-13 0,-132-77 0,152 85 0,-1 1 0,1 0 0,-1 0 0,0 2 0,-1 0 0,0 0 0,0 1 0,0 1 0,0 1 0,-20-2 0,-123-21 0,45 6 0,12 11 0,-14-2 0,69 4-1365,3 1-5461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0:25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254 0 24575,'-12'5'0,"0"0"0,0 1 0,-14 9 0,-13 7 0,-75 31 0,111-52 0,0 1 0,0-1 0,0 1 0,1-1 0,-1 1 0,0 0 0,1 0 0,-1 0 0,1 0 0,0 1 0,0-1 0,-3 5 0,4-6 0,1 0 0,0 0 0,-1 0 0,1 0 0,0 0 0,0 0 0,0 0 0,0 0 0,0 0 0,0 0 0,0 0 0,0 0 0,0 0 0,0 0 0,0 0 0,1 0 0,-1 1 0,2 0 0,-1 0 0,0 1 0,1-1 0,0 0 0,-1 0 0,1 0 0,0 0 0,3 3 0,13 8 0,0 0 0,2-1 0,39 18 0,-46-24 0,476 200 0,-355-154 0,-119-46 0,-5-2 0,1 1 0,0-1 0,1-1 0,-1 0 0,1 0 0,16 1 0,-27-4-34,0 0 0,0 0 0,1 0 0,-1 0 0,0 0-1,0 0 1,0 0 0,0 0 0,0-1 0,0 1 0,0 0 0,0-1 0,0 1-1,0-1 1,0 1 0,0-1 0,0 1 0,0-1 0,0 0 0,0 0-1,0 1 1,0-1 0,-1 0 0,1 0 0,0 0 0,-1 0 0,1 0 0,-1 0-1,1 0 1,-1 0 0,1 0 0,-1 0 0,0 0 0,1 0 0,-1 0 0,0 0-1,0 0 1,0 0 0,0-2 0,-3-19-6792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0:25.5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24575,'9'0'0,"19"0"0,36 0 0,40 2 0,29 2 0,18 0 0,-5-1 0,-19-1 0,-28-1 0,-22 5 0,-24 3-8191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0:44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1091 0 24575,'-11'1'0,"0"0"0,1 0 0,-1 1 0,0 1 0,1-1 0,-11 6 0,-59 29 0,-5 8 0,-149 71 0,-71-4 0,100-40 0,195-68 0,0-1 0,1 1 0,-1 1 0,1 0 0,0 0 0,-14 12 0,21-16 0,1 1 0,-1-1 0,1 1 0,0 0 0,-1-1 0,1 1 0,0 0 0,0 0 0,1 0 0,-1 0 0,0 0 0,1 0 0,-1 0 0,1 0 0,-1 4 0,1-3 0,0 0 0,1-1 0,-1 1 0,1 0 0,0 0 0,0 0 0,0 0 0,0-1 0,1 1 0,-1 0 0,1-1 0,-1 1 0,1-1 0,2 3 0,17 17 0,1-1 0,1-1 0,1-1 0,0-1 0,35 19 0,-5-2 0,303 180 100,-156-97-1565,-168-99-5361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0:44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 24575,'2'-3'0,"8"0"0,18-1 0,26 1 0,15 1 0,10 0 0,3 2 0,-3-1 0,-7 1 0,-13 0 0,-10 1 0,-5-1 0,-1 0 0,-5 0 0,-9 0-8191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0:50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1265 124 24575,'-104'-28'0,"53"15"0,-10-1 0,23 5 0,-59-21 0,79 23 0,-1 1 0,0 1 0,0 1 0,0 1 0,-28-1 0,-101 5 0,62 1 0,-164 9 0,226-9 0,0 2 0,1 1 0,-29 9 0,39-9 0,0 1 0,1 0 0,-1 0 0,1 1 0,1 1 0,-1 0 0,-10 10 0,17-13 0,0-1 0,0 1 0,1 1 0,-1-1 0,1 1 0,1 0 0,-1-1 0,1 2 0,0-1 0,0 0 0,1 1 0,-4 12 0,3-1 0,1 0 0,1 0 0,2 33 0,2 130 0,-1-173 0,-1 0 0,1 0 0,0-1 0,1 1 0,-1-1 0,2 1 0,-1-1 0,1 0 0,0 0 0,6 8 0,4 3 0,0-1 0,24 23 0,-21-26 0,1 0 0,0-1 0,0 0 0,1-2 0,1 0 0,23 8 0,128 41 0,-151-54 0,77 21 0,1-4 0,102 10 0,-186-31 0,30 3 0,-1 2 0,57 16 0,-53-10 0,79 11 0,-111-22 0,43 13 0,-44-10 0,0-2 0,0 1 0,0-2 0,17 2 0,321-8 0,-310 0 0,0-1 0,0-2 0,-1-2 0,-1-2 0,1-1 0,-2-3 0,68-33 0,211-141 0,-301 178 0,-2-1 0,1 0 0,-2-1 0,0 0 0,14-18 0,-22 24 0,-1-1 0,1 1 0,-1-1 0,-1-1 0,0 1 0,0-1 0,0 0 0,-1 0 0,-1 0 0,1 0 0,-2 0 0,3-16 0,-3 3 0,-1 1 0,0 0 0,-2-1 0,0 1 0,-2 0 0,0 0 0,-1 1 0,-1-1 0,-10-20 0,12 34 0,0 1 0,0 0 0,-1-1 0,0 1 0,0 1 0,-1-1 0,0 1 0,0 0 0,0 0 0,-7-4 0,-13-6 0,-36-16 0,37 19 0,-29-10 0,-88-25 0,86 30 0,33 12 0,0 1 0,0 1 0,0 1 0,-1 1 0,-40 4 0,10-2 0,-509 1-1365,513-2-5461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0:53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24575,'0'-1'0,"0"0"0,1 0 0,-1 0 0,0 0 0,0 0 0,0 1 0,1-1 0,-1 0 0,0 0 0,1 0 0,-1 1 0,1-1 0,-1 0 0,1 0 0,-1 1 0,1-1 0,0 0 0,-1 1 0,1-1 0,0 1 0,-1-1 0,1 1 0,0-1 0,0 1 0,-1-1 0,1 1 0,1-1 0,27-5 0,-24 5 0,91-7 0,143 6 0,-129 4 0,727-3 0,442 3 0,-929 12-407,501 84-1,-620-65 816,-163-26-205,98-4 1,267 6-204,-346-5 0,347 0 0,-239-6 0,1924 2 0,-1842 18 0,-9 0 0,-233-16 0,0 2 0,-1 1 0,0 2 0,36 11 0,-51-13 0,4-1 0,0 0 0,1-1 0,37-2 0,18 3 0,215 44 0,-235-40 0,0-2 0,0-3 0,74-5 0,-24 0 0,-81 2 0,171-5 0,-162 1 0,-1 0 0,0-3 0,50-15 0,-61 15 0,-1 1 0,1 0 0,0 2 0,1 1 0,-1 2 0,46 1 0,-34 4 0,1 1 0,-2 3 0,71 22 0,-15 1-1365,-53-19-5461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1:03.4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501 36 24575,'-70'3'0,"-71"12"0,9 0 0,124-15 0,0 1 0,0 0 0,0 1 0,0-1 0,0 2 0,0-1 0,1 1 0,-1 0 0,-12 8 0,15-7 0,1-1 0,-1 1 0,1 0 0,0 0 0,0 0 0,1 1 0,-1 0 0,1-1 0,0 1 0,0 0 0,1 1 0,-1-1 0,1 0 0,-2 8 0,1 0 0,-1 0 0,2 0 0,0 1 0,0-1 0,1 1 0,1-1 0,0 1 0,3 17 0,-1-24 0,-1 0 0,1-1 0,0 1 0,0 0 0,0-1 0,1 1 0,0-1 0,1 0 0,0 0 0,-1 0 0,2-1 0,-1 1 0,1-1 0,0 0 0,0 0 0,0-1 0,0 1 0,7 3 0,32 16 0,87 37 0,55 5 0,-84-31 0,-69-24 0,1-2 0,0-1 0,0-2 0,1-2 0,0-1 0,51-1 0,66-3 0,126-2 0,-235 1 0,0-2 0,0-2 0,0-2 0,-1-1 0,0-3 0,57-23 0,-81 27 0,-1-1 0,0-1 0,-1-1 0,0 0 0,-1-2 0,0 1 0,-1-2 0,16-19 0,-25 27 0,-1-1 0,0 0 0,0 0 0,-1 0 0,0 0 0,0-1 0,-1 1 0,0-1 0,2-11 0,-1-9 0,0-36 0,-3 43 0,2 2 0,-2 1 0,-1 0 0,0 0 0,-7-30 0,7 43 0,0 1 0,0 0 0,-1-1 0,0 1 0,0 0 0,0 0 0,0 0 0,-1 0 0,1 0 0,-1 1 0,0-1 0,0 1 0,-1 0 0,1 0 0,0 0 0,-1 0 0,0 0 0,0 1 0,0 0 0,0 0 0,0 0 0,0 0 0,-1 1 0,-4-2 0,-14-1 0,-1 0 0,-29 0 0,27 3 0,-45-8 0,10-3 14,0 3 0,-70-1 0,-125 9-229,115 3-977,122-2-5634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1:13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1578 72 24575,'-18'-6'0,"-128"-39"0,119 39 0,0 1 0,0 1 0,-44-1 0,-439 8 0,481-3 0,1 2 0,-1 0 0,1 2 0,0 2 0,0 0 0,-49 19 0,58-15 0,0 1 0,0 1 0,-25 21 0,5-4 0,-122 92 0,123-90 0,1 2 0,-48 56 0,80-83 0,0 1 0,1 0 0,0 0 0,0 0 0,0 0 0,1 1 0,0-1 0,1 1 0,-1 0 0,1 0 0,-1 16 0,2-7 0,0 0 0,2 0 0,0 1 0,6 26 0,-5-36 0,0 0 0,1 0 0,0 0 0,0-1 0,1 1 0,0-1 0,0 0 0,1 0 0,0-1 0,0 0 0,1 1 0,0-2 0,0 1 0,11 8 0,4 1 0,1-1 0,0-1 0,33 13 0,-18-9 0,2-1 0,0-3 0,0-1 0,1-2 0,48 6 0,28 3 0,-64-9 0,85 4 0,281-13 0,-187-3 0,194 2 0,-400 2 0,-1 0 0,1 2 0,24 6 0,-23-4 0,0-1 0,36 2 0,177-7 0,-102-1 0,-123 1 0,1-1 0,-1-1 0,0 0 0,0-1 0,0-1 0,0 0 0,0 0 0,-1-2 0,0 0 0,0 0 0,0-1 0,-1 0 0,0-1 0,0-1 0,-1 0 0,0-1 0,-1 0 0,0 0 0,0-1 0,-1 0 0,-1-1 0,10-16 0,-13 19 0,17-31 0,19-48 0,-36 74 0,0-1 0,-1 1 0,0-1 0,-2 0 0,1 0 0,-2 0 0,0-23 0,-2 22 0,0 0 0,-1-1 0,-1 1 0,-1 1 0,0-1 0,-1 0 0,0 1 0,-13-24 0,12 29 0,0 0 0,-1 1 0,0-1 0,-1 1 0,0 1 0,0-1 0,-1 2 0,0-1 0,0 1 0,-1 0 0,1 1 0,-20-9 0,-15-2 0,-1 2 0,0 2 0,-65-10 0,67 15 0,-251-47 0,232 48 0,1 2 0,-104 5 0,61 2 0,-10 0-682,-156 22-1,186-10-6143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1:21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24575,'0'15'0,"0"16"0,0 11 0,0 8 0,0 1 0,0-6 0,0-4 0,0-6 0,0-7 0,0-4 0,0-7-8191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1:21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 24575,'3'-6'0,"6"1"0,3 2-8191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1:23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0 24575,'-12'56'0,"2"0"0,-4 91 0,13-206 0,0 35 0,1 1 0,1-1 0,5-28 0,-6 49 0,1-1 0,0 1 0,0 0 0,0 0 0,1 0 0,-1 0 0,1 1 0,-1-1 0,1 0 0,0 1 0,0-1 0,0 1 0,0-1 0,1 1 0,-1 0 0,1 0 0,-1 0 0,1 0 0,0 1 0,0-1 0,0 1 0,0 0 0,0-1 0,0 1 0,0 0 0,6 0 0,-5 0 0,0 1 0,1 0 0,-1 0 0,1 0 0,-1 0 0,0 1 0,1-1 0,-1 1 0,0 0 0,0 1 0,1-1 0,-1 1 0,0 0 0,-1 0 0,1 0 0,0 0 0,0 1 0,-1-1 0,5 5 0,-3-1 0,0 0 0,0 0 0,0 1 0,-1 0 0,1 0 0,-2 0 0,1 0 0,-1 0 0,0 1 0,-1-1 0,0 1 0,2 12 0,-1 6 0,-1-1 0,-3 42 0,0-41 0,0-23-91,1-1 0,0 0 0,0 0 0,1 0 0,-1 1 0,0-1 0,1 0 0,-1 0 0,1 0 0,-1 0 0,1 1 0,0-1 0,0 0 0,2 2 0,8 7-6735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1:23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0 24575,'-2'16'0,"0"-1"0,-1 0 0,0 0 0,-1 0 0,-1 0 0,-7 17 0,-6 17 0,10-24 0,-27 101 0,31-107 0,1 0 0,0 1 0,1-1 0,2 30 0,0-47 2,0 0 0,0-1 0,0 1 0,0 0 0,1 0 0,-1 0 0,0-1 0,1 1 0,-1 0 0,1-1 0,0 1 0,0 0 0,-1-1-1,1 1 1,0-1 0,0 1 0,0-1 0,1 1 0,-1-1 0,0 0 0,1 0 0,-1 0 0,0 1 0,1-1 0,-1 0 0,1-1 0,0 1 0,-1 0 0,1 0 0,2 0 0,2-1-57,0 1 1,0-1 0,1 0-1,-1 0 1,0-1 0,13-2-1,3-1-990,-11 4-5781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1:24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24575,'3'0'0,"12"0"0,13 0 0,13 0 0,14 0 0,6 0 0,-1 0 0,-2 0 0,-9 0 0,-11 0-8191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31:27.0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872 767 24575,'-2'2'0,"0"0"0,1 1 0,-1-1 0,0 1 0,1 0 0,0-1 0,-2 6 0,-6 11 0,-8 4 0,0 0 0,-2 0 0,-41 37 0,-74 47 0,128-103 0,-1 0 0,0 0 0,0 0 0,0-1 0,-1-1 0,1 1 0,-1-1 0,1 0 0,-1-1 0,-12 2 0,-7-2 0,-47-4 0,49 1 0,-4 1 0,-119-13 0,131 11 0,1 0 0,0-1 0,-1-1 0,2-1 0,-1 0 0,-25-15 0,36 17 0,0 0 0,0 0 0,1 0 0,-1 0 0,1-1 0,0 0 0,0 0 0,1 0 0,0-1 0,0 1 0,0-1 0,0 1 0,1-1 0,0 0 0,0 0 0,-1-7 0,0-4 0,0-1 0,2 1 0,0-1 0,2-27 0,-1 42 0,1 0 0,-1 0 0,1 0 0,0 0 0,0 0 0,0 0 0,0 0 0,1 0 0,-1 0 0,1 0 0,0 1 0,0-1 0,0 1 0,0-1 0,0 1 0,0 0 0,1-1 0,-1 1 0,1 1 0,4-4 0,5-2 0,1 1 0,-1 1 0,22-7 0,-14 5 0,109-29 0,-44 14 0,-52 13 0,1-2 0,-2-2 0,1-1 0,-2-1 0,0-1 0,47-35 0,-72 46 0,0 0 0,0-1 0,-1 1 0,0-1 0,0 0 0,-1-1 0,1 1 0,-1-1 0,-1 0 0,1 0 0,-1 0 0,0 0 0,-1-1 0,0 1 0,0-1 0,0 1 0,-1-1 0,-1 0 0,1-12 0,-3-6 0,0 0 0,-2 0 0,-1 0 0,-13-37 0,15 49 0,-2 0 0,0 0 0,-1 1 0,0 0 0,-1 1 0,0-1 0,-1 1 0,-18-20 0,20 25 0,-1 0 0,-1 1 0,1 0 0,-1 0 0,0 1 0,0 0 0,-1 1 0,1 0 0,-1 0 0,0 1 0,0 0 0,0 0 0,0 1 0,-16-2 0,20 3 0,1 1 0,-1 0 0,0 0 0,0 0 0,1 1 0,-1-1 0,0 1 0,1 0 0,-1 1 0,1-1 0,-1 1 0,1 0 0,0 0 0,0 0 0,-5 3 0,4-1 0,0 1 0,0-1 0,1 1 0,0 0 0,-1 0 0,2 0 0,-1 0 0,1 1 0,-6 10 0,2 2 0,1 0 0,1-1 0,1 2 0,0-1 0,1 0 0,0 32 0,4 26 0,17 117 0,-11-132 0,-4-44 0,0 1 0,1 0 0,0-1 0,2 0 0,0 0 0,0-1 0,2 0 0,0 0 0,1 0 0,15 20 0,-14-24 0,0-1 0,1 0 0,0 0 0,0-1 0,1 0 0,1-1 0,0-1 0,0 0 0,0 0 0,1-1 0,0-1 0,21 6 0,-7-2 0,0 2 0,0 0 0,25 17 0,38 18 0,-74-41 0,-1-1 0,1-1 0,26 4 0,-24-5 0,0 0 0,23 9 0,-33-9-111,8 4-307,0-2 0,30 7 0,-28-10-6408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42:27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1 24575,'-3'0'0,"-1"6"0,1 27 0,0 41 0,-5 57 0,-1 32 0,1 14 0,2-5 0,1-20 0,3-22 0,-5-21 0,-4-21 0,-6-16 0,0-21-8191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0C829-0583-DCA5-8268-2307505A1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B5F98B-B9BC-5F15-4F0D-B11E5FA3A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975EF5-16A5-D158-269A-3E37AB125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4DC5-9EC0-4636-9316-5D2D3B57CD3C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40CBC4-E87F-988E-F081-B26A22677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28353-4CDE-BD05-20B8-8965F35B5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B9DC7-70B1-4E5A-973A-6F1EB83A1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91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E19B5C-33D2-A8C0-7B20-438B34526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D422C0-19FD-1002-80F3-FA1967369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CFDE7-21D1-F53F-48D3-8ACA6F2F4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4DC5-9EC0-4636-9316-5D2D3B57CD3C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6A1FDD-764B-BF00-A8AE-C67E6743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E924CA-1C72-1286-FD5C-09855D624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B9DC7-70B1-4E5A-973A-6F1EB83A1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324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15B80-DE73-D5CB-02A2-C74AE23CE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D1DC71-5A5A-7558-1D84-D38201B74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8EC911-45B0-9B49-679D-32B1EDF5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4DC5-9EC0-4636-9316-5D2D3B57CD3C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36B6E9-0801-BA11-E0C1-E62B37F4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0B234C-4809-7D7A-6E19-8B136772F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B9DC7-70B1-4E5A-973A-6F1EB83A1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52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B1532-8572-3920-E029-27A48D24C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9FBAA9-76F2-B0EC-2768-C23C06FD9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55A75F-9DE6-DD91-71B0-8DB7008C9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A5A220-DDB3-06CA-4FD9-02F47C7A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4DC5-9EC0-4636-9316-5D2D3B57CD3C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57368-6105-6903-E360-98A8F9EC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19FFBD-D3E8-77A6-80B1-09EB6897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B9DC7-70B1-4E5A-973A-6F1EB83A1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940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B2DB1-01D9-C6DF-98E4-177182F1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8C29AC-0FA7-E858-83FD-DCDAC9E12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C43FC8-EBA0-20BB-A975-E70ED1C08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76A7BBE-1441-04E7-B7A1-B6C0E0F72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A12D87-8CBA-C856-0BA0-296AA318F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356D98-2412-4D4F-14FF-AB4EAE286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4DC5-9EC0-4636-9316-5D2D3B57CD3C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2AFB9A-99A2-68DB-44DC-D75779C5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1D5FB8-7AE7-2C0D-5216-6CC0B5369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B9DC7-70B1-4E5A-973A-6F1EB83A1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846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AB3B68-A549-2975-F975-5748937F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F909F1-C567-9B78-3A57-8089AED4D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4DC5-9EC0-4636-9316-5D2D3B57CD3C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8D5619-A21C-FABE-4D2C-E0EC756E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D621E4-B461-87E8-5061-35A08525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B9DC7-70B1-4E5A-973A-6F1EB83A1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558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885CED-0DC9-0118-E92A-7CE86FA9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4DC5-9EC0-4636-9316-5D2D3B57CD3C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CD8E6C-A231-2112-F06F-1D726CF83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940295-04FF-7DB5-799B-F730DD00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B9DC7-70B1-4E5A-973A-6F1EB83A1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98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5A081A-2C70-CB82-7CC3-423EFBC88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9A9CB9-A25F-E165-8EC0-35D4A08E6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DCA0F1-017C-75FD-A512-3B1805304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F94E0E-90D7-5D22-5910-1A65EC635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4DC5-9EC0-4636-9316-5D2D3B57CD3C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E9AB80-A82F-DC07-5CAB-C76FF6D5B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4A5F96-5F6F-EA4C-0759-61AA37F12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B9DC7-70B1-4E5A-973A-6F1EB83A1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068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4B964-262F-F1F6-CA3B-6CB9D3D4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F10A03-7159-A915-3DC4-1694AE7DD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5748CE-0D02-A243-DD8C-99798DC33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81DD33-4EF9-F809-310D-E3322A7F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4DC5-9EC0-4636-9316-5D2D3B57CD3C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6184BA-8883-FBAF-D625-4BD2CD49D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DEF625-E70E-E621-F5F9-ED979C97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B9DC7-70B1-4E5A-973A-6F1EB83A1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08465-8314-5574-A0B5-AC9F5412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C7C762-8942-74A3-0CD1-BC425C45B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3685DF-B40D-087C-3ACC-748246DD2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4DC5-9EC0-4636-9316-5D2D3B57CD3C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C7E038-15E7-307B-5F0C-657711B3F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FE3E44-5743-BB9C-337E-9AFB38DAD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B9DC7-70B1-4E5A-973A-6F1EB83A1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479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82C110-6682-28B9-0FDA-B01809B7A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422D61-B0D6-8CD5-8DD6-F439578BB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647FD1-1F14-EFAB-D3CD-903734FC3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4DC5-9EC0-4636-9316-5D2D3B57CD3C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FBDCE-CA18-CE1E-4255-E30912286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C7352A-1A21-B391-CAAE-348578EE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B9DC7-70B1-4E5A-973A-6F1EB83A1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50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05EF5B6-9B63-10EC-9244-E0651347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71B04C-E36F-C465-73AA-B6795E0CA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C213B1-1659-848F-9FEA-F92B6C31B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F4DC5-9EC0-4636-9316-5D2D3B57CD3C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B69D30-6187-132F-84DC-A6F5CC986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AFFC7A-B39E-411B-5E0D-B4560CF24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B9DC7-70B1-4E5A-973A-6F1EB83A1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24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customXml" Target="../ink/ink10.xml"/><Relationship Id="rId18" Type="http://schemas.openxmlformats.org/officeDocument/2006/relationships/image" Target="../media/image34.png"/><Relationship Id="rId3" Type="http://schemas.openxmlformats.org/officeDocument/2006/relationships/customXml" Target="../ink/ink5.xml"/><Relationship Id="rId21" Type="http://schemas.openxmlformats.org/officeDocument/2006/relationships/customXml" Target="../ink/ink14.xml"/><Relationship Id="rId7" Type="http://schemas.openxmlformats.org/officeDocument/2006/relationships/customXml" Target="../ink/ink7.xml"/><Relationship Id="rId12" Type="http://schemas.openxmlformats.org/officeDocument/2006/relationships/image" Target="../media/image31.png"/><Relationship Id="rId17" Type="http://schemas.openxmlformats.org/officeDocument/2006/relationships/customXml" Target="../ink/ink12.xml"/><Relationship Id="rId2" Type="http://schemas.openxmlformats.org/officeDocument/2006/relationships/image" Target="../media/image26.png"/><Relationship Id="rId16" Type="http://schemas.openxmlformats.org/officeDocument/2006/relationships/image" Target="../media/image33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customXml" Target="../ink/ink9.xml"/><Relationship Id="rId24" Type="http://schemas.openxmlformats.org/officeDocument/2006/relationships/image" Target="../media/image37.png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23" Type="http://schemas.openxmlformats.org/officeDocument/2006/relationships/customXml" Target="../ink/ink15.xml"/><Relationship Id="rId10" Type="http://schemas.openxmlformats.org/officeDocument/2006/relationships/image" Target="../media/image30.png"/><Relationship Id="rId19" Type="http://schemas.openxmlformats.org/officeDocument/2006/relationships/customXml" Target="../ink/ink13.xml"/><Relationship Id="rId4" Type="http://schemas.openxmlformats.org/officeDocument/2006/relationships/image" Target="../media/image27.png"/><Relationship Id="rId9" Type="http://schemas.openxmlformats.org/officeDocument/2006/relationships/customXml" Target="../ink/ink8.xml"/><Relationship Id="rId14" Type="http://schemas.openxmlformats.org/officeDocument/2006/relationships/image" Target="../media/image32.png"/><Relationship Id="rId22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1.xml"/><Relationship Id="rId18" Type="http://schemas.openxmlformats.org/officeDocument/2006/relationships/image" Target="../media/image46.png"/><Relationship Id="rId26" Type="http://schemas.openxmlformats.org/officeDocument/2006/relationships/image" Target="../media/image50.png"/><Relationship Id="rId3" Type="http://schemas.openxmlformats.org/officeDocument/2006/relationships/customXml" Target="../ink/ink16.xml"/><Relationship Id="rId21" Type="http://schemas.openxmlformats.org/officeDocument/2006/relationships/customXml" Target="../ink/ink25.xml"/><Relationship Id="rId34" Type="http://schemas.openxmlformats.org/officeDocument/2006/relationships/image" Target="../media/image54.png"/><Relationship Id="rId7" Type="http://schemas.openxmlformats.org/officeDocument/2006/relationships/customXml" Target="../ink/ink18.xml"/><Relationship Id="rId12" Type="http://schemas.openxmlformats.org/officeDocument/2006/relationships/image" Target="../media/image43.png"/><Relationship Id="rId17" Type="http://schemas.openxmlformats.org/officeDocument/2006/relationships/customXml" Target="../ink/ink23.xml"/><Relationship Id="rId25" Type="http://schemas.openxmlformats.org/officeDocument/2006/relationships/customXml" Target="../ink/ink27.xml"/><Relationship Id="rId33" Type="http://schemas.openxmlformats.org/officeDocument/2006/relationships/customXml" Target="../ink/ink31.xml"/><Relationship Id="rId2" Type="http://schemas.openxmlformats.org/officeDocument/2006/relationships/image" Target="../media/image38.png"/><Relationship Id="rId16" Type="http://schemas.openxmlformats.org/officeDocument/2006/relationships/image" Target="../media/image45.png"/><Relationship Id="rId20" Type="http://schemas.openxmlformats.org/officeDocument/2006/relationships/image" Target="../media/image47.png"/><Relationship Id="rId29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customXml" Target="../ink/ink20.xml"/><Relationship Id="rId24" Type="http://schemas.openxmlformats.org/officeDocument/2006/relationships/image" Target="../media/image49.png"/><Relationship Id="rId32" Type="http://schemas.openxmlformats.org/officeDocument/2006/relationships/image" Target="../media/image53.png"/><Relationship Id="rId5" Type="http://schemas.openxmlformats.org/officeDocument/2006/relationships/customXml" Target="../ink/ink17.xml"/><Relationship Id="rId15" Type="http://schemas.openxmlformats.org/officeDocument/2006/relationships/customXml" Target="../ink/ink22.xml"/><Relationship Id="rId23" Type="http://schemas.openxmlformats.org/officeDocument/2006/relationships/customXml" Target="../ink/ink26.xml"/><Relationship Id="rId28" Type="http://schemas.openxmlformats.org/officeDocument/2006/relationships/image" Target="../media/image51.png"/><Relationship Id="rId36" Type="http://schemas.openxmlformats.org/officeDocument/2006/relationships/image" Target="../media/image55.png"/><Relationship Id="rId10" Type="http://schemas.openxmlformats.org/officeDocument/2006/relationships/image" Target="../media/image42.png"/><Relationship Id="rId19" Type="http://schemas.openxmlformats.org/officeDocument/2006/relationships/customXml" Target="../ink/ink24.xml"/><Relationship Id="rId31" Type="http://schemas.openxmlformats.org/officeDocument/2006/relationships/customXml" Target="../ink/ink30.xml"/><Relationship Id="rId4" Type="http://schemas.openxmlformats.org/officeDocument/2006/relationships/image" Target="../media/image39.png"/><Relationship Id="rId9" Type="http://schemas.openxmlformats.org/officeDocument/2006/relationships/customXml" Target="../ink/ink19.xml"/><Relationship Id="rId14" Type="http://schemas.openxmlformats.org/officeDocument/2006/relationships/image" Target="../media/image44.png"/><Relationship Id="rId22" Type="http://schemas.openxmlformats.org/officeDocument/2006/relationships/image" Target="../media/image48.png"/><Relationship Id="rId27" Type="http://schemas.openxmlformats.org/officeDocument/2006/relationships/customXml" Target="../ink/ink28.xml"/><Relationship Id="rId30" Type="http://schemas.openxmlformats.org/officeDocument/2006/relationships/image" Target="../media/image52.png"/><Relationship Id="rId35" Type="http://schemas.openxmlformats.org/officeDocument/2006/relationships/customXml" Target="../ink/ink32.xml"/><Relationship Id="rId8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customXml" Target="../ink/ink33.xml"/><Relationship Id="rId7" Type="http://schemas.openxmlformats.org/officeDocument/2006/relationships/customXml" Target="../ink/ink35.xml"/><Relationship Id="rId12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customXml" Target="../ink/ink37.xml"/><Relationship Id="rId5" Type="http://schemas.openxmlformats.org/officeDocument/2006/relationships/customXml" Target="../ink/ink34.xml"/><Relationship Id="rId10" Type="http://schemas.openxmlformats.org/officeDocument/2006/relationships/image" Target="../media/image60.png"/><Relationship Id="rId4" Type="http://schemas.openxmlformats.org/officeDocument/2006/relationships/image" Target="../media/image57.png"/><Relationship Id="rId9" Type="http://schemas.openxmlformats.org/officeDocument/2006/relationships/customXml" Target="../ink/ink3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3.xml"/><Relationship Id="rId18" Type="http://schemas.openxmlformats.org/officeDocument/2006/relationships/image" Target="../media/image70.png"/><Relationship Id="rId26" Type="http://schemas.openxmlformats.org/officeDocument/2006/relationships/image" Target="../media/image74.png"/><Relationship Id="rId3" Type="http://schemas.openxmlformats.org/officeDocument/2006/relationships/customXml" Target="../ink/ink38.xml"/><Relationship Id="rId21" Type="http://schemas.openxmlformats.org/officeDocument/2006/relationships/customXml" Target="../ink/ink47.xml"/><Relationship Id="rId34" Type="http://schemas.openxmlformats.org/officeDocument/2006/relationships/image" Target="../media/image78.png"/><Relationship Id="rId7" Type="http://schemas.openxmlformats.org/officeDocument/2006/relationships/customXml" Target="../ink/ink40.xml"/><Relationship Id="rId12" Type="http://schemas.openxmlformats.org/officeDocument/2006/relationships/image" Target="../media/image67.png"/><Relationship Id="rId17" Type="http://schemas.openxmlformats.org/officeDocument/2006/relationships/customXml" Target="../ink/ink45.xml"/><Relationship Id="rId25" Type="http://schemas.openxmlformats.org/officeDocument/2006/relationships/customXml" Target="../ink/ink49.xml"/><Relationship Id="rId33" Type="http://schemas.openxmlformats.org/officeDocument/2006/relationships/customXml" Target="../ink/ink53.xml"/><Relationship Id="rId2" Type="http://schemas.openxmlformats.org/officeDocument/2006/relationships/image" Target="../media/image62.png"/><Relationship Id="rId16" Type="http://schemas.openxmlformats.org/officeDocument/2006/relationships/image" Target="../media/image69.png"/><Relationship Id="rId20" Type="http://schemas.openxmlformats.org/officeDocument/2006/relationships/image" Target="../media/image71.png"/><Relationship Id="rId29" Type="http://schemas.openxmlformats.org/officeDocument/2006/relationships/customXml" Target="../ink/ink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customXml" Target="../ink/ink42.xml"/><Relationship Id="rId24" Type="http://schemas.openxmlformats.org/officeDocument/2006/relationships/image" Target="../media/image73.png"/><Relationship Id="rId32" Type="http://schemas.openxmlformats.org/officeDocument/2006/relationships/image" Target="../media/image77.png"/><Relationship Id="rId5" Type="http://schemas.openxmlformats.org/officeDocument/2006/relationships/customXml" Target="../ink/ink39.xml"/><Relationship Id="rId15" Type="http://schemas.openxmlformats.org/officeDocument/2006/relationships/customXml" Target="../ink/ink44.xml"/><Relationship Id="rId23" Type="http://schemas.openxmlformats.org/officeDocument/2006/relationships/customXml" Target="../ink/ink48.xml"/><Relationship Id="rId28" Type="http://schemas.openxmlformats.org/officeDocument/2006/relationships/image" Target="../media/image75.png"/><Relationship Id="rId36" Type="http://schemas.openxmlformats.org/officeDocument/2006/relationships/image" Target="../media/image79.png"/><Relationship Id="rId10" Type="http://schemas.openxmlformats.org/officeDocument/2006/relationships/image" Target="../media/image66.png"/><Relationship Id="rId19" Type="http://schemas.openxmlformats.org/officeDocument/2006/relationships/customXml" Target="../ink/ink46.xml"/><Relationship Id="rId31" Type="http://schemas.openxmlformats.org/officeDocument/2006/relationships/customXml" Target="../ink/ink52.xml"/><Relationship Id="rId4" Type="http://schemas.openxmlformats.org/officeDocument/2006/relationships/image" Target="../media/image63.png"/><Relationship Id="rId9" Type="http://schemas.openxmlformats.org/officeDocument/2006/relationships/customXml" Target="../ink/ink41.xml"/><Relationship Id="rId14" Type="http://schemas.openxmlformats.org/officeDocument/2006/relationships/image" Target="../media/image68.png"/><Relationship Id="rId22" Type="http://schemas.openxmlformats.org/officeDocument/2006/relationships/image" Target="../media/image72.png"/><Relationship Id="rId27" Type="http://schemas.openxmlformats.org/officeDocument/2006/relationships/customXml" Target="../ink/ink50.xml"/><Relationship Id="rId30" Type="http://schemas.openxmlformats.org/officeDocument/2006/relationships/image" Target="../media/image76.png"/><Relationship Id="rId35" Type="http://schemas.openxmlformats.org/officeDocument/2006/relationships/customXml" Target="../ink/ink54.xml"/><Relationship Id="rId8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0.xml"/><Relationship Id="rId18" Type="http://schemas.openxmlformats.org/officeDocument/2006/relationships/image" Target="../media/image88.png"/><Relationship Id="rId26" Type="http://schemas.openxmlformats.org/officeDocument/2006/relationships/image" Target="../media/image92.png"/><Relationship Id="rId21" Type="http://schemas.openxmlformats.org/officeDocument/2006/relationships/customXml" Target="../ink/ink64.xml"/><Relationship Id="rId34" Type="http://schemas.openxmlformats.org/officeDocument/2006/relationships/image" Target="../media/image96.png"/><Relationship Id="rId7" Type="http://schemas.openxmlformats.org/officeDocument/2006/relationships/customXml" Target="../ink/ink57.xml"/><Relationship Id="rId12" Type="http://schemas.openxmlformats.org/officeDocument/2006/relationships/image" Target="../media/image85.png"/><Relationship Id="rId17" Type="http://schemas.openxmlformats.org/officeDocument/2006/relationships/customXml" Target="../ink/ink62.xml"/><Relationship Id="rId25" Type="http://schemas.openxmlformats.org/officeDocument/2006/relationships/customXml" Target="../ink/ink66.xml"/><Relationship Id="rId33" Type="http://schemas.openxmlformats.org/officeDocument/2006/relationships/customXml" Target="../ink/ink70.xml"/><Relationship Id="rId38" Type="http://schemas.openxmlformats.org/officeDocument/2006/relationships/image" Target="../media/image98.png"/><Relationship Id="rId2" Type="http://schemas.openxmlformats.org/officeDocument/2006/relationships/image" Target="../media/image80.png"/><Relationship Id="rId16" Type="http://schemas.openxmlformats.org/officeDocument/2006/relationships/image" Target="../media/image87.png"/><Relationship Id="rId20" Type="http://schemas.openxmlformats.org/officeDocument/2006/relationships/image" Target="../media/image89.png"/><Relationship Id="rId29" Type="http://schemas.openxmlformats.org/officeDocument/2006/relationships/customXml" Target="../ink/ink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customXml" Target="../ink/ink59.xml"/><Relationship Id="rId24" Type="http://schemas.openxmlformats.org/officeDocument/2006/relationships/image" Target="../media/image91.png"/><Relationship Id="rId32" Type="http://schemas.openxmlformats.org/officeDocument/2006/relationships/image" Target="../media/image95.png"/><Relationship Id="rId37" Type="http://schemas.openxmlformats.org/officeDocument/2006/relationships/customXml" Target="../ink/ink72.xml"/><Relationship Id="rId5" Type="http://schemas.openxmlformats.org/officeDocument/2006/relationships/customXml" Target="../ink/ink56.xml"/><Relationship Id="rId15" Type="http://schemas.openxmlformats.org/officeDocument/2006/relationships/customXml" Target="../ink/ink61.xml"/><Relationship Id="rId23" Type="http://schemas.openxmlformats.org/officeDocument/2006/relationships/customXml" Target="../ink/ink65.xml"/><Relationship Id="rId28" Type="http://schemas.openxmlformats.org/officeDocument/2006/relationships/image" Target="../media/image93.png"/><Relationship Id="rId36" Type="http://schemas.openxmlformats.org/officeDocument/2006/relationships/image" Target="../media/image97.png"/><Relationship Id="rId10" Type="http://schemas.openxmlformats.org/officeDocument/2006/relationships/image" Target="../media/image84.png"/><Relationship Id="rId19" Type="http://schemas.openxmlformats.org/officeDocument/2006/relationships/customXml" Target="../ink/ink63.xml"/><Relationship Id="rId31" Type="http://schemas.openxmlformats.org/officeDocument/2006/relationships/customXml" Target="../ink/ink69.xml"/><Relationship Id="rId4" Type="http://schemas.openxmlformats.org/officeDocument/2006/relationships/image" Target="../media/image81.png"/><Relationship Id="rId9" Type="http://schemas.openxmlformats.org/officeDocument/2006/relationships/customXml" Target="../ink/ink58.xml"/><Relationship Id="rId14" Type="http://schemas.openxmlformats.org/officeDocument/2006/relationships/image" Target="../media/image86.png"/><Relationship Id="rId22" Type="http://schemas.openxmlformats.org/officeDocument/2006/relationships/image" Target="../media/image90.png"/><Relationship Id="rId27" Type="http://schemas.openxmlformats.org/officeDocument/2006/relationships/customXml" Target="../ink/ink67.xml"/><Relationship Id="rId30" Type="http://schemas.openxmlformats.org/officeDocument/2006/relationships/image" Target="../media/image94.png"/><Relationship Id="rId35" Type="http://schemas.openxmlformats.org/officeDocument/2006/relationships/customXml" Target="../ink/ink71.xml"/><Relationship Id="rId8" Type="http://schemas.openxmlformats.org/officeDocument/2006/relationships/image" Target="../media/image83.png"/><Relationship Id="rId3" Type="http://schemas.openxmlformats.org/officeDocument/2006/relationships/customXml" Target="../ink/ink5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uogu.com.cn/problem/P1090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int-Hello-world/p/17832424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3.xml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EB563-F9D7-9908-6D4E-8BB8CFF7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STL</a:t>
            </a:r>
            <a:r>
              <a:rPr lang="zh-CN" altLang="en-US" dirty="0"/>
              <a:t>简介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4D765087-7031-7AF5-B6D9-428BABAD7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767968"/>
            <a:ext cx="6573520" cy="223170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04957F9-4D70-1A95-6CC0-CAED9A20A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46677"/>
            <a:ext cx="9601311" cy="158232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A898B6C-05BF-AAD8-53B2-70B6D98A771C}"/>
              </a:ext>
            </a:extLst>
          </p:cNvPr>
          <p:cNvSpPr txBox="1"/>
          <p:nvPr/>
        </p:nvSpPr>
        <p:spPr>
          <a:xfrm>
            <a:off x="7772400" y="4165600"/>
            <a:ext cx="2291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我们在</a:t>
            </a:r>
            <a:r>
              <a:rPr lang="en-US" altLang="zh-CN" dirty="0"/>
              <a:t>CSP</a:t>
            </a:r>
            <a:r>
              <a:rPr lang="zh-CN" altLang="en-US" dirty="0"/>
              <a:t>中会经常用到的其实也就一小部分。</a:t>
            </a:r>
          </a:p>
        </p:txBody>
      </p:sp>
    </p:spTree>
    <p:extLst>
      <p:ext uri="{BB962C8B-B14F-4D97-AF65-F5344CB8AC3E}">
        <p14:creationId xmlns:p14="http://schemas.microsoft.com/office/powerpoint/2010/main" val="2449730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8A4B6-D05A-3784-713D-72973F951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为什么要学</a:t>
            </a:r>
            <a:r>
              <a:rPr lang="en-US" altLang="zh-CN" dirty="0"/>
              <a:t>STL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8DA329-5AD1-6936-365B-AE5ECDF45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要解决</a:t>
            </a:r>
            <a:r>
              <a:rPr lang="en-US" altLang="zh-CN" dirty="0"/>
              <a:t>CSP</a:t>
            </a:r>
            <a:r>
              <a:rPr lang="zh-CN" altLang="en-US" dirty="0"/>
              <a:t>第三题中的大模拟，熟练运用</a:t>
            </a:r>
            <a:r>
              <a:rPr lang="en-US" altLang="zh-CN" dirty="0"/>
              <a:t>STL</a:t>
            </a:r>
            <a:r>
              <a:rPr lang="zh-CN" altLang="en-US" dirty="0"/>
              <a:t>是不可或缺的。</a:t>
            </a:r>
          </a:p>
        </p:txBody>
      </p:sp>
    </p:spTree>
    <p:extLst>
      <p:ext uri="{BB962C8B-B14F-4D97-AF65-F5344CB8AC3E}">
        <p14:creationId xmlns:p14="http://schemas.microsoft.com/office/powerpoint/2010/main" val="295807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15790-E288-E3D7-4CFE-8526D11C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常用的</a:t>
            </a:r>
            <a:r>
              <a:rPr lang="en-US" altLang="zh-CN" dirty="0"/>
              <a:t>STL</a:t>
            </a:r>
            <a:r>
              <a:rPr lang="zh-CN" altLang="en-US" dirty="0"/>
              <a:t>的函数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1B116-EEB9-CE6D-B81C-BE64D5204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排序：</a:t>
            </a:r>
            <a:r>
              <a:rPr lang="en-US" altLang="zh-CN" dirty="0"/>
              <a:t>sort()</a:t>
            </a:r>
          </a:p>
          <a:p>
            <a:r>
              <a:rPr lang="zh-CN" altLang="en-US" dirty="0"/>
              <a:t>二分找到第一个大于等于</a:t>
            </a:r>
            <a:r>
              <a:rPr lang="en-US" altLang="zh-CN" dirty="0"/>
              <a:t>x</a:t>
            </a:r>
            <a:r>
              <a:rPr lang="zh-CN" altLang="en-US" dirty="0"/>
              <a:t>的元素（要求升序）：</a:t>
            </a:r>
            <a:r>
              <a:rPr lang="en-US" altLang="zh-CN" dirty="0" err="1"/>
              <a:t>lower_bound</a:t>
            </a:r>
            <a:r>
              <a:rPr lang="en-US" altLang="zh-CN" dirty="0"/>
              <a:t>()</a:t>
            </a:r>
          </a:p>
          <a:p>
            <a:r>
              <a:rPr lang="zh-CN" altLang="en-US" dirty="0"/>
              <a:t>二分找到第一个大于</a:t>
            </a:r>
            <a:r>
              <a:rPr lang="en-US" altLang="zh-CN" dirty="0"/>
              <a:t>x</a:t>
            </a:r>
            <a:r>
              <a:rPr lang="zh-CN" altLang="en-US" dirty="0"/>
              <a:t>的元素（要求升序）：</a:t>
            </a:r>
            <a:r>
              <a:rPr lang="en-US" altLang="zh-CN" dirty="0" err="1"/>
              <a:t>upper_bound</a:t>
            </a:r>
            <a:r>
              <a:rPr lang="en-US" altLang="zh-CN" dirty="0"/>
              <a:t>()</a:t>
            </a:r>
          </a:p>
          <a:p>
            <a:r>
              <a:rPr lang="zh-CN" altLang="en-US" dirty="0"/>
              <a:t>去重：</a:t>
            </a:r>
            <a:r>
              <a:rPr lang="en-US" altLang="zh-CN" dirty="0"/>
              <a:t>unique()</a:t>
            </a:r>
          </a:p>
          <a:p>
            <a:r>
              <a:rPr lang="zh-CN" altLang="en-US" dirty="0"/>
              <a:t>具体用法通过例子来解释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890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D8564-AE22-FB1E-900A-FF3850DD0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std::sort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8F03C-C23B-4917-FECB-697F9AD53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使用快速排序算法排序，时间复杂度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默认用数据类型的</a:t>
            </a:r>
            <a:r>
              <a:rPr lang="en-US" altLang="zh-CN" dirty="0"/>
              <a:t>&lt;</a:t>
            </a:r>
            <a:r>
              <a:rPr lang="zh-CN" altLang="en-US" dirty="0"/>
              <a:t>进行比较并升序排序。</a:t>
            </a:r>
            <a:endParaRPr lang="en-US" altLang="zh-CN" dirty="0"/>
          </a:p>
          <a:p>
            <a:r>
              <a:rPr lang="zh-CN" altLang="en-US" dirty="0"/>
              <a:t>可以自定义比较函数。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E8272C-1F62-C99C-3EFD-F69FFD8EE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333" y="2446580"/>
            <a:ext cx="4812724" cy="261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90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C1024-5964-553B-9ABC-1851EB85D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std::unique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9B6262-C3EA-A16B-6E6B-477FF7311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对有序序列进行去重，把重复出现过的数挪到数组后面。</a:t>
            </a:r>
            <a:endParaRPr lang="en-US" altLang="zh-CN" dirty="0"/>
          </a:p>
          <a:p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1965FC39-7BF5-AC81-C898-29151EC3843F}"/>
                  </a:ext>
                </a:extLst>
              </p14:cNvPr>
              <p14:cNvContentPartPr/>
              <p14:nvPr/>
            </p14:nvContentPartPr>
            <p14:xfrm>
              <a:off x="2549293" y="5605458"/>
              <a:ext cx="360" cy="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1965FC39-7BF5-AC81-C898-29151EC384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43173" y="559933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78D741CD-64A4-6B5C-4103-28B47AE7A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275766"/>
            <a:ext cx="5521623" cy="421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61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F7E65A-4627-0E30-BE9D-2BFF7BF7F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</a:t>
            </a:r>
            <a:r>
              <a:rPr lang="en-US" altLang="zh-CN" dirty="0" err="1"/>
              <a:t>lower_bound</a:t>
            </a:r>
            <a:r>
              <a:rPr lang="zh-CN" altLang="en-US" dirty="0"/>
              <a:t>与</a:t>
            </a:r>
            <a:r>
              <a:rPr lang="en-US" altLang="zh-CN" dirty="0"/>
              <a:t>std::</a:t>
            </a:r>
            <a:r>
              <a:rPr lang="en-US" altLang="zh-CN" dirty="0" err="1"/>
              <a:t>upper_bound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CD820C-9E13-8F97-6C2F-E87504A61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C7A450-B673-4311-D26E-D8FE9843B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809737" cy="398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1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A1EC0-FFA1-2A30-A1BB-D97324C4C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离散化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4BCFEF-5783-CADD-6259-661F2C1D7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有时候我们不关心数据的具体大小，只关心相对大小。</a:t>
            </a:r>
            <a:endParaRPr lang="en-US" altLang="zh-CN" dirty="0"/>
          </a:p>
          <a:p>
            <a:r>
              <a:rPr lang="zh-CN" altLang="en-US" dirty="0"/>
              <a:t>想用</a:t>
            </a:r>
            <a:r>
              <a:rPr lang="en-US" altLang="zh-CN" dirty="0"/>
              <a:t>{1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4}</a:t>
            </a:r>
            <a:r>
              <a:rPr lang="zh-CN" altLang="en-US" dirty="0"/>
              <a:t>来分别表示</a:t>
            </a:r>
            <a:r>
              <a:rPr lang="en-US" altLang="zh-CN" dirty="0"/>
              <a:t>{3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  <a:r>
              <a:rPr lang="zh-CN" altLang="en-US" dirty="0"/>
              <a:t>，</a:t>
            </a:r>
            <a:r>
              <a:rPr lang="en-US" altLang="zh-CN" dirty="0"/>
              <a:t>11</a:t>
            </a:r>
            <a:r>
              <a:rPr lang="zh-CN" altLang="en-US" dirty="0"/>
              <a:t>，</a:t>
            </a:r>
            <a:r>
              <a:rPr lang="en-US" altLang="zh-CN" dirty="0"/>
              <a:t>14} </a:t>
            </a:r>
          </a:p>
          <a:p>
            <a:r>
              <a:rPr lang="zh-CN" altLang="en-US" dirty="0"/>
              <a:t>给你一组数，怎么离散化呢？</a:t>
            </a:r>
          </a:p>
        </p:txBody>
      </p:sp>
    </p:spTree>
    <p:extLst>
      <p:ext uri="{BB962C8B-B14F-4D97-AF65-F5344CB8AC3E}">
        <p14:creationId xmlns:p14="http://schemas.microsoft.com/office/powerpoint/2010/main" val="2228712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C0F80-8CB9-8B20-613D-7B704A34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离散化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F34BA-078F-DCD7-5D85-76F6CC45C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7941FA-3A12-1311-4ED5-51D2F60B7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409116" cy="400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251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5679F-2305-5152-C0AA-27BBDEA8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常用的</a:t>
            </a:r>
            <a:r>
              <a:rPr lang="en-US" altLang="zh-CN" dirty="0"/>
              <a:t>STL</a:t>
            </a:r>
            <a:r>
              <a:rPr lang="zh-CN" altLang="en-US" dirty="0"/>
              <a:t>的容器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1D7A66-7B90-F5C6-716A-6585186AA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队列：</a:t>
            </a:r>
            <a:r>
              <a:rPr lang="en-US" altLang="zh-CN" dirty="0"/>
              <a:t>std::queue</a:t>
            </a:r>
          </a:p>
          <a:p>
            <a:r>
              <a:rPr lang="zh-CN" altLang="en-US" dirty="0"/>
              <a:t>栈：</a:t>
            </a:r>
            <a:r>
              <a:rPr lang="en-US" altLang="zh-CN" dirty="0"/>
              <a:t>std::stack</a:t>
            </a:r>
          </a:p>
          <a:p>
            <a:r>
              <a:rPr lang="zh-CN" altLang="en-US" dirty="0"/>
              <a:t>数对：</a:t>
            </a:r>
            <a:r>
              <a:rPr lang="en-US" altLang="zh-CN" dirty="0"/>
              <a:t>std::pair</a:t>
            </a:r>
          </a:p>
          <a:p>
            <a:r>
              <a:rPr lang="zh-CN" altLang="en-US" dirty="0"/>
              <a:t>向量：</a:t>
            </a:r>
            <a:r>
              <a:rPr lang="en-US" altLang="zh-CN" dirty="0"/>
              <a:t>std::vector</a:t>
            </a:r>
          </a:p>
          <a:p>
            <a:r>
              <a:rPr lang="zh-CN" altLang="en-US" dirty="0"/>
              <a:t>映射：</a:t>
            </a:r>
            <a:r>
              <a:rPr lang="en-US" altLang="zh-CN" dirty="0"/>
              <a:t>std::map</a:t>
            </a:r>
          </a:p>
          <a:p>
            <a:r>
              <a:rPr lang="zh-CN" altLang="en-US" dirty="0"/>
              <a:t>有序集合：</a:t>
            </a:r>
            <a:r>
              <a:rPr lang="en-US" altLang="zh-CN" dirty="0"/>
              <a:t>std::set</a:t>
            </a:r>
          </a:p>
          <a:p>
            <a:r>
              <a:rPr lang="zh-CN" altLang="en-US" dirty="0"/>
              <a:t>有序可重集合：</a:t>
            </a:r>
            <a:r>
              <a:rPr lang="en-US" altLang="zh-CN" dirty="0"/>
              <a:t>std::multiset</a:t>
            </a:r>
          </a:p>
          <a:p>
            <a:r>
              <a:rPr lang="zh-CN" altLang="en-US" dirty="0"/>
              <a:t>字符串：</a:t>
            </a:r>
            <a:r>
              <a:rPr lang="en-US" altLang="zh-CN" dirty="0"/>
              <a:t>std::string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61717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8065FE-91D9-FBAC-8530-54D01D0E5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std::queue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F7C836-6CC6-C3EB-2084-EFD8FA067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标准库实现的封装好的队列。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831ACB-DC05-12D4-89AC-CF98C1E0E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759" y="2514736"/>
            <a:ext cx="3372321" cy="26006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014C35A-118A-9848-5036-F3980FBB2D47}"/>
                  </a:ext>
                </a:extLst>
              </p14:cNvPr>
              <p14:cNvContentPartPr/>
              <p14:nvPr/>
            </p14:nvContentPartPr>
            <p14:xfrm>
              <a:off x="1219000" y="4465120"/>
              <a:ext cx="658440" cy="162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014C35A-118A-9848-5036-F3980FBB2D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5000" y="4357480"/>
                <a:ext cx="7660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CAA9A305-94D6-9272-9915-DE9952A15777}"/>
                  </a:ext>
                </a:extLst>
              </p14:cNvPr>
              <p14:cNvContentPartPr/>
              <p14:nvPr/>
            </p14:nvContentPartPr>
            <p14:xfrm>
              <a:off x="1208920" y="4881640"/>
              <a:ext cx="603000" cy="540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CAA9A305-94D6-9272-9915-DE9952A157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4920" y="4774000"/>
                <a:ext cx="710640" cy="26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8901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F229C-00F6-C7F2-F781-768A665A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std::stack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3413BF0-9B98-B2A1-984D-0EE2D4AF2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080" y="2600325"/>
            <a:ext cx="4658375" cy="2991267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BCA2CD1-51F7-77B4-E0E5-D24610073626}"/>
              </a:ext>
            </a:extLst>
          </p:cNvPr>
          <p:cNvSpPr txBox="1"/>
          <p:nvPr/>
        </p:nvSpPr>
        <p:spPr>
          <a:xfrm>
            <a:off x="767080" y="1808480"/>
            <a:ext cx="2670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STL </a:t>
            </a:r>
            <a:r>
              <a:rPr lang="zh-CN" altLang="en-US" dirty="0"/>
              <a:t>实现的封装好的栈。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26EDFDC-E891-E4A1-6187-646D4A93DD27}"/>
                  </a:ext>
                </a:extLst>
              </p14:cNvPr>
              <p14:cNvContentPartPr/>
              <p14:nvPr/>
            </p14:nvContentPartPr>
            <p14:xfrm>
              <a:off x="1361200" y="4307080"/>
              <a:ext cx="559440" cy="417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26EDFDC-E891-E4A1-6187-646D4A93DD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7560" y="4199440"/>
                <a:ext cx="667080" cy="25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2989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94CB9-BC65-FD73-76BE-1E6A3887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std::vector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67DD1B-AFE4-4C0A-A785-90696AB47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相较于栈和队列，</a:t>
            </a:r>
            <a:r>
              <a:rPr lang="en-US" altLang="zh-CN" dirty="0"/>
              <a:t>vector</a:t>
            </a:r>
            <a:r>
              <a:rPr lang="zh-CN" altLang="en-US" dirty="0"/>
              <a:t>复杂许多。</a:t>
            </a:r>
            <a:endParaRPr lang="en-US" altLang="zh-CN" dirty="0"/>
          </a:p>
          <a:p>
            <a:r>
              <a:rPr lang="zh-CN" altLang="en-US" dirty="0"/>
              <a:t>最直观的理解：</a:t>
            </a:r>
            <a:r>
              <a:rPr lang="en-US" altLang="zh-CN" dirty="0"/>
              <a:t>vector</a:t>
            </a:r>
            <a:r>
              <a:rPr lang="zh-CN" altLang="en-US" dirty="0"/>
              <a:t>是一个长度可以改变的数组，想用多少它的大小就是多少。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8355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8E4F4-3CB9-3041-54CB-3600345DD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std::vector </a:t>
            </a:r>
            <a:r>
              <a:rPr lang="zh-CN" altLang="en-US" dirty="0"/>
              <a:t>定义与赋值（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E56C94-2D70-A841-F7DE-1D86D6C4B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36E68C-3DDC-104E-3F4C-2827CD587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911986" cy="421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37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C3EC9E-6142-6BE1-08F8-90A9B8C90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std::vector</a:t>
            </a:r>
            <a:r>
              <a:rPr lang="zh-CN" altLang="en-US" dirty="0"/>
              <a:t>定义与赋值（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4BCDA9B-503D-D5FC-AAF9-CF6F12546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9255"/>
            <a:ext cx="4526877" cy="464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94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60C9E-583B-8A8F-A0A8-5B2AA7E7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std::vector</a:t>
            </a:r>
            <a:r>
              <a:rPr lang="zh-CN" altLang="en-US" dirty="0"/>
              <a:t>删除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2D1B8B4-B1F9-079A-A206-DCB930D40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5887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013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9866C-179B-F33E-8C8B-136942F4E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std::vector</a:t>
            </a:r>
            <a:r>
              <a:rPr lang="zh-CN" altLang="en-US" dirty="0"/>
              <a:t>元素访问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81321D-3E62-AEE2-9B6C-3CB9F38F5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3059660-B51A-961C-AA7C-2C618271B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8132082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895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4BF58-CB4E-F365-4FF4-1FEEAA73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std::vector</a:t>
            </a:r>
            <a:r>
              <a:rPr lang="zh-CN" altLang="en-US" dirty="0"/>
              <a:t>的迭代器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996DEA-DE94-C02F-E33B-DF037680B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迭代器可以理解为高级指针，我们来看看它的用法。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418980-3250-A4B1-C4A2-F2E4F3EA2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21805"/>
            <a:ext cx="5736535" cy="403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072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0E7A8-22B2-0608-D66E-271986FC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std::vector</a:t>
            </a:r>
            <a:r>
              <a:rPr lang="zh-CN" altLang="en-US" dirty="0"/>
              <a:t>的</a:t>
            </a:r>
            <a:r>
              <a:rPr lang="en-US" altLang="zh-CN" dirty="0"/>
              <a:t>insert</a:t>
            </a:r>
            <a:r>
              <a:rPr lang="zh-CN" altLang="en-US" dirty="0"/>
              <a:t>和</a:t>
            </a:r>
            <a:r>
              <a:rPr lang="en-US" altLang="zh-CN" dirty="0"/>
              <a:t>erase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F52D46-B428-086F-751D-9F92282A6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ED3B95-D8CE-7D30-D334-472E1DA65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687858" cy="374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49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C0AE2-0B42-BE11-D739-00212F1F8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std::vector</a:t>
            </a:r>
            <a:r>
              <a:rPr lang="zh-CN" altLang="en-US" dirty="0"/>
              <a:t>嵌套开二维数组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6BA82-1115-6883-8C93-61BB14591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13AE91-A32B-B4EE-5522-7A122D5AB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073"/>
            <a:ext cx="8206395" cy="245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79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5059F-0191-8CDD-64FF-EE261EB32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std::string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67BDD3-8944-B5FE-BEF3-42CF9C369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std::string</a:t>
            </a:r>
            <a:r>
              <a:rPr lang="zh-CN" altLang="en-US" dirty="0"/>
              <a:t>是</a:t>
            </a:r>
            <a:r>
              <a:rPr lang="en-US" altLang="zh-CN" dirty="0"/>
              <a:t>C++</a:t>
            </a:r>
            <a:r>
              <a:rPr lang="zh-CN" altLang="en-US" dirty="0"/>
              <a:t>提供的用于字符串处理的数据类型，</a:t>
            </a:r>
            <a:r>
              <a:rPr lang="en-US" altLang="zh-CN" dirty="0"/>
              <a:t>CSPT3</a:t>
            </a:r>
            <a:r>
              <a:rPr lang="zh-CN" altLang="en-US" dirty="0"/>
              <a:t>经常考一些很复杂的字符串处理题，熟练掌握</a:t>
            </a:r>
            <a:r>
              <a:rPr lang="en-US" altLang="zh-CN" dirty="0"/>
              <a:t>string</a:t>
            </a:r>
            <a:r>
              <a:rPr lang="zh-CN" altLang="en-US" dirty="0"/>
              <a:t>十分必要。</a:t>
            </a:r>
          </a:p>
        </p:txBody>
      </p:sp>
    </p:spTree>
    <p:extLst>
      <p:ext uri="{BB962C8B-B14F-4D97-AF65-F5344CB8AC3E}">
        <p14:creationId xmlns:p14="http://schemas.microsoft.com/office/powerpoint/2010/main" val="1285656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1D126C-9095-5CB4-53D7-D590FD43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std::string</a:t>
            </a:r>
            <a:r>
              <a:rPr lang="zh-CN" altLang="en-US" dirty="0"/>
              <a:t>读入输出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5BC67ED-D4E4-B65D-924E-E8E770185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17963"/>
            <a:ext cx="4895886" cy="306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475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136A4-19E2-F40F-FBFA-DCCAEED37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std::string</a:t>
            </a:r>
            <a:r>
              <a:rPr lang="zh-CN" altLang="en-US" dirty="0"/>
              <a:t>赋值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3B3DE0F-A44C-18D8-69AD-67A5FCFAD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51690"/>
            <a:ext cx="4627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75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E50777-755E-ABE3-AC20-D124B2B1D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std::string</a:t>
            </a:r>
            <a:r>
              <a:rPr lang="zh-CN" altLang="en-US" dirty="0"/>
              <a:t>又可以看作字符数组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ECAA27-D7B1-41DB-6695-7105FC5F7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834BF4-ED94-194B-3CC2-19301FC79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2020"/>
            <a:ext cx="6004389" cy="466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67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69191D-A615-57A9-1D65-F42DC343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std::string</a:t>
            </a:r>
            <a:r>
              <a:rPr lang="zh-CN" altLang="en-US" dirty="0"/>
              <a:t>可以直接比较（字典序）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11F9270-EE6E-2A59-869B-3D4CDF034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27666"/>
            <a:ext cx="6306430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2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D9120-28CE-4D5A-2258-C54599401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std::string</a:t>
            </a:r>
            <a:r>
              <a:rPr lang="zh-CN" altLang="en-US" dirty="0"/>
              <a:t>函数（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08F838-DB69-3F30-1037-5B192C3BD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8096000-4BEC-A4DE-E2F9-278C0CFF5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48464"/>
            <a:ext cx="5968284" cy="446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67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186A56-55A5-F571-97C0-ACFF2191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std::string</a:t>
            </a:r>
            <a:r>
              <a:rPr lang="zh-CN" altLang="en-US" dirty="0"/>
              <a:t>函数（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DA0E0-EDDF-799C-C897-80C011458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D2A9E7-EADD-DE92-8E19-C88FC2EE1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9042"/>
            <a:ext cx="6967446" cy="413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78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2BF9D-87CE-19DF-9777-558FB078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std::set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B4DBB0-7239-0A07-B21E-3399D25B0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内部用红黑树（比较复杂的数据结构）维护的</a:t>
            </a:r>
            <a:r>
              <a:rPr lang="zh-CN" altLang="en-US" b="1" dirty="0"/>
              <a:t>有序集合</a:t>
            </a:r>
            <a:r>
              <a:rPr lang="zh-CN" altLang="en-US" dirty="0"/>
              <a:t>（元素唯一），支持插入删除数，二分。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937765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215CD-E18C-205C-D7D6-632575B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std::set</a:t>
            </a:r>
            <a:r>
              <a:rPr lang="zh-CN" altLang="en-US" dirty="0"/>
              <a:t>的</a:t>
            </a:r>
            <a:r>
              <a:rPr lang="en-US" altLang="zh-CN" dirty="0"/>
              <a:t>insert</a:t>
            </a:r>
            <a:r>
              <a:rPr lang="zh-CN" altLang="en-US" dirty="0"/>
              <a:t>和元素访问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F7ADE1-5DE7-12FE-8E04-398B1B2C1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B8CA87-18F1-68EA-ECCD-C45BD6E67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9419"/>
            <a:ext cx="9101151" cy="43624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809B874-A5EC-168C-057D-D7F8F4A8B18E}"/>
                  </a:ext>
                </a:extLst>
              </p14:cNvPr>
              <p14:cNvContentPartPr/>
              <p14:nvPr/>
            </p14:nvContentPartPr>
            <p14:xfrm>
              <a:off x="3331259" y="3127719"/>
              <a:ext cx="1476000" cy="48852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809B874-A5EC-168C-057D-D7F8F4A8B1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5139" y="3121599"/>
                <a:ext cx="148824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78D62390-3523-883F-7829-7AA30ED82259}"/>
                  </a:ext>
                </a:extLst>
              </p14:cNvPr>
              <p14:cNvContentPartPr/>
              <p14:nvPr/>
            </p14:nvContentPartPr>
            <p14:xfrm>
              <a:off x="2153699" y="3817119"/>
              <a:ext cx="1664280" cy="626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78D62390-3523-883F-7829-7AA30ED822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47579" y="3810999"/>
                <a:ext cx="16765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C47C76E-82FF-968C-CF71-814828BA4E8F}"/>
                  </a:ext>
                </a:extLst>
              </p14:cNvPr>
              <p14:cNvContentPartPr/>
              <p14:nvPr/>
            </p14:nvContentPartPr>
            <p14:xfrm>
              <a:off x="5590619" y="4141119"/>
              <a:ext cx="428760" cy="349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C47C76E-82FF-968C-CF71-814828BA4E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84499" y="4134999"/>
                <a:ext cx="4410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245A504A-5DAA-BC99-9D4F-F354C13C0130}"/>
                  </a:ext>
                </a:extLst>
              </p14:cNvPr>
              <p14:cNvContentPartPr/>
              <p14:nvPr/>
            </p14:nvContentPartPr>
            <p14:xfrm>
              <a:off x="1951379" y="4482399"/>
              <a:ext cx="1973520" cy="2844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245A504A-5DAA-BC99-9D4F-F354C13C013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45259" y="4476279"/>
                <a:ext cx="1985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BE82AF22-9E1A-499D-FAC0-F0AFABAAE93D}"/>
                  </a:ext>
                </a:extLst>
              </p14:cNvPr>
              <p14:cNvContentPartPr/>
              <p14:nvPr/>
            </p14:nvContentPartPr>
            <p14:xfrm>
              <a:off x="1779659" y="4749159"/>
              <a:ext cx="1760760" cy="32148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BE82AF22-9E1A-499D-FAC0-F0AFABAAE93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73539" y="4743039"/>
                <a:ext cx="177300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5A0600DD-AF04-3550-A1B9-83DC21413563}"/>
                  </a:ext>
                </a:extLst>
              </p14:cNvPr>
              <p14:cNvContentPartPr/>
              <p14:nvPr/>
            </p14:nvContentPartPr>
            <p14:xfrm>
              <a:off x="2411459" y="5954799"/>
              <a:ext cx="1735560" cy="4140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5A0600DD-AF04-3550-A1B9-83DC2141356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05339" y="5948679"/>
                <a:ext cx="1747800" cy="5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0BF63448-19BC-6A08-8706-0704F01BE3D2}"/>
              </a:ext>
            </a:extLst>
          </p:cNvPr>
          <p:cNvGrpSpPr/>
          <p:nvPr/>
        </p:nvGrpSpPr>
        <p:grpSpPr>
          <a:xfrm>
            <a:off x="6161219" y="3737199"/>
            <a:ext cx="1551600" cy="394560"/>
            <a:chOff x="6161219" y="3737199"/>
            <a:chExt cx="1551600" cy="39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880A82D4-D749-072B-0850-BCE78EA6A1A5}"/>
                    </a:ext>
                  </a:extLst>
                </p14:cNvPr>
                <p14:cNvContentPartPr/>
                <p14:nvPr/>
              </p14:nvContentPartPr>
              <p14:xfrm>
                <a:off x="6161219" y="3737199"/>
                <a:ext cx="258480" cy="39456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880A82D4-D749-072B-0850-BCE78EA6A1A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55099" y="3731079"/>
                  <a:ext cx="270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A1BF234-810A-F96A-361F-8DF9522AF56D}"/>
                    </a:ext>
                  </a:extLst>
                </p14:cNvPr>
                <p14:cNvContentPartPr/>
                <p14:nvPr/>
              </p14:nvContentPartPr>
              <p14:xfrm>
                <a:off x="6253379" y="3812439"/>
                <a:ext cx="1459440" cy="14580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A1BF234-810A-F96A-361F-8DF9522AF56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47259" y="3806319"/>
                  <a:ext cx="147168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E36B9A3C-C382-38D6-69E8-3DFEB5F7FD0F}"/>
                  </a:ext>
                </a:extLst>
              </p14:cNvPr>
              <p14:cNvContentPartPr/>
              <p14:nvPr/>
            </p14:nvContentPartPr>
            <p14:xfrm>
              <a:off x="3360419" y="3939519"/>
              <a:ext cx="125640" cy="18180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E36B9A3C-C382-38D6-69E8-3DFEB5F7FD0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54299" y="3933399"/>
                <a:ext cx="137880" cy="19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F84F9D66-7E75-3784-2625-FB72DF78092A}"/>
              </a:ext>
            </a:extLst>
          </p:cNvPr>
          <p:cNvGrpSpPr/>
          <p:nvPr/>
        </p:nvGrpSpPr>
        <p:grpSpPr>
          <a:xfrm>
            <a:off x="9791099" y="4538559"/>
            <a:ext cx="990000" cy="551880"/>
            <a:chOff x="9791099" y="4538559"/>
            <a:chExt cx="990000" cy="55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88C18FBB-7FD0-BB4B-21F6-371B6D53E8D9}"/>
                    </a:ext>
                  </a:extLst>
                </p14:cNvPr>
                <p14:cNvContentPartPr/>
                <p14:nvPr/>
              </p14:nvContentPartPr>
              <p14:xfrm>
                <a:off x="9791099" y="4848159"/>
                <a:ext cx="268920" cy="24228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88C18FBB-7FD0-BB4B-21F6-371B6D53E8D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784979" y="4842039"/>
                  <a:ext cx="2811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1F421420-5C95-BDAF-FFAB-F91E4EE5669C}"/>
                    </a:ext>
                  </a:extLst>
                </p14:cNvPr>
                <p14:cNvContentPartPr/>
                <p14:nvPr/>
              </p14:nvContentPartPr>
              <p14:xfrm>
                <a:off x="9867059" y="4538559"/>
                <a:ext cx="914040" cy="51876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1F421420-5C95-BDAF-FFAB-F91E4EE5669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860939" y="4532439"/>
                  <a:ext cx="926280" cy="531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430506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E7E3F-BBA4-1A56-63E8-9F17C48ED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std::set</a:t>
            </a:r>
            <a:r>
              <a:rPr lang="zh-CN" altLang="en-US" dirty="0"/>
              <a:t>的</a:t>
            </a:r>
            <a:r>
              <a:rPr lang="en-US" altLang="zh-CN" dirty="0"/>
              <a:t>erase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1D8B69-1352-2051-2747-947DF4217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4520B8-D0E1-F4E2-5E95-B2FE2DA5E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9481"/>
            <a:ext cx="5745288" cy="45318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8AE103F1-E0BF-0BD5-FF33-1DBA41524CD7}"/>
                  </a:ext>
                </a:extLst>
              </p14:cNvPr>
              <p14:cNvContentPartPr/>
              <p14:nvPr/>
            </p14:nvContentPartPr>
            <p14:xfrm>
              <a:off x="2374379" y="3289359"/>
              <a:ext cx="123480" cy="15660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8AE103F1-E0BF-0BD5-FF33-1DBA41524C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8259" y="3283239"/>
                <a:ext cx="1357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3B11E417-2CEE-BD5F-F804-CE9BC2753C1D}"/>
                  </a:ext>
                </a:extLst>
              </p14:cNvPr>
              <p14:cNvContentPartPr/>
              <p14:nvPr/>
            </p14:nvContentPartPr>
            <p14:xfrm>
              <a:off x="4531859" y="4178559"/>
              <a:ext cx="1225800" cy="33372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3B11E417-2CEE-BD5F-F804-CE9BC2753C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25739" y="4172439"/>
                <a:ext cx="123804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57D4E30F-9C4B-1548-9BBA-53627BE095CF}"/>
                  </a:ext>
                </a:extLst>
              </p14:cNvPr>
              <p14:cNvContentPartPr/>
              <p14:nvPr/>
            </p14:nvContentPartPr>
            <p14:xfrm>
              <a:off x="1726739" y="4423719"/>
              <a:ext cx="1675080" cy="27252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57D4E30F-9C4B-1548-9BBA-53627BE095C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20619" y="4417599"/>
                <a:ext cx="168732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08E0A8D8-BA91-0340-9C33-061186DCABF3}"/>
                  </a:ext>
                </a:extLst>
              </p14:cNvPr>
              <p14:cNvContentPartPr/>
              <p14:nvPr/>
            </p14:nvContentPartPr>
            <p14:xfrm>
              <a:off x="4350419" y="4493199"/>
              <a:ext cx="577080" cy="26352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08E0A8D8-BA91-0340-9C33-061186DCABF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44299" y="4487079"/>
                <a:ext cx="5893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1F98E191-3772-9AD5-7097-1E60C0C33FF1}"/>
                  </a:ext>
                </a:extLst>
              </p14:cNvPr>
              <p14:cNvContentPartPr/>
              <p14:nvPr/>
            </p14:nvContentPartPr>
            <p14:xfrm>
              <a:off x="4058459" y="4460799"/>
              <a:ext cx="301320" cy="23436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1F98E191-3772-9AD5-7097-1E60C0C33FF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52339" y="4454679"/>
                <a:ext cx="31356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BCA2344C-F914-961E-71CB-4EE1791B3C82}"/>
                  </a:ext>
                </a:extLst>
              </p14:cNvPr>
              <p14:cNvContentPartPr/>
              <p14:nvPr/>
            </p14:nvContentPartPr>
            <p14:xfrm>
              <a:off x="5786099" y="4430199"/>
              <a:ext cx="579600" cy="28476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BCA2344C-F914-961E-71CB-4EE1791B3C8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79979" y="4424079"/>
                <a:ext cx="59184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1BF39E4D-2D54-BA7B-310A-441314F3553B}"/>
                  </a:ext>
                </a:extLst>
              </p14:cNvPr>
              <p14:cNvContentPartPr/>
              <p14:nvPr/>
            </p14:nvContentPartPr>
            <p14:xfrm>
              <a:off x="3452939" y="4680039"/>
              <a:ext cx="327600" cy="21924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1BF39E4D-2D54-BA7B-310A-441314F3553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46819" y="4673919"/>
                <a:ext cx="339840" cy="23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组合 22">
            <a:extLst>
              <a:ext uri="{FF2B5EF4-FFF2-40B4-BE49-F238E27FC236}">
                <a16:creationId xmlns:a16="http://schemas.microsoft.com/office/drawing/2014/main" id="{40FCAD13-4102-7489-B408-632D04C73DB8}"/>
              </a:ext>
            </a:extLst>
          </p:cNvPr>
          <p:cNvGrpSpPr/>
          <p:nvPr/>
        </p:nvGrpSpPr>
        <p:grpSpPr>
          <a:xfrm>
            <a:off x="1675619" y="4921239"/>
            <a:ext cx="1071000" cy="408960"/>
            <a:chOff x="1675619" y="4921239"/>
            <a:chExt cx="1071000" cy="40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FC6E38B7-CDE6-6306-51A1-22825D5D5FAA}"/>
                    </a:ext>
                  </a:extLst>
                </p14:cNvPr>
                <p14:cNvContentPartPr/>
                <p14:nvPr/>
              </p14:nvContentPartPr>
              <p14:xfrm>
                <a:off x="1675619" y="4921239"/>
                <a:ext cx="716040" cy="17352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FC6E38B7-CDE6-6306-51A1-22825D5D5FA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69499" y="4915119"/>
                  <a:ext cx="728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FACCC8E4-0AD5-2F66-02AF-F0A97191F3CA}"/>
                    </a:ext>
                  </a:extLst>
                </p14:cNvPr>
                <p14:cNvContentPartPr/>
                <p14:nvPr/>
              </p14:nvContentPartPr>
              <p14:xfrm>
                <a:off x="2392379" y="5099079"/>
                <a:ext cx="354240" cy="23112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FACCC8E4-0AD5-2F66-02AF-F0A97191F3C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86259" y="5092959"/>
                  <a:ext cx="36648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4A9B10F-77E8-707B-BFCA-AEE6F270B5A7}"/>
              </a:ext>
            </a:extLst>
          </p:cNvPr>
          <p:cNvGrpSpPr/>
          <p:nvPr/>
        </p:nvGrpSpPr>
        <p:grpSpPr>
          <a:xfrm>
            <a:off x="3655619" y="4890639"/>
            <a:ext cx="168480" cy="229320"/>
            <a:chOff x="3655619" y="4890639"/>
            <a:chExt cx="16848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57AEEA5B-9BFB-547C-59A3-B3B852264857}"/>
                    </a:ext>
                  </a:extLst>
                </p14:cNvPr>
                <p14:cNvContentPartPr/>
                <p14:nvPr/>
              </p14:nvContentPartPr>
              <p14:xfrm>
                <a:off x="3655619" y="4890639"/>
                <a:ext cx="45000" cy="17028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57AEEA5B-9BFB-547C-59A3-B3B85226485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49499" y="4884519"/>
                  <a:ext cx="572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FA07343A-179C-AC21-8E5D-1F1E52CE5175}"/>
                    </a:ext>
                  </a:extLst>
                </p14:cNvPr>
                <p14:cNvContentPartPr/>
                <p14:nvPr/>
              </p14:nvContentPartPr>
              <p14:xfrm>
                <a:off x="3730859" y="4915479"/>
                <a:ext cx="46440" cy="1548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FA07343A-179C-AC21-8E5D-1F1E52CE517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24739" y="4909359"/>
                  <a:ext cx="58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A813126A-E4D8-56AB-B445-B4B9F24702C1}"/>
                    </a:ext>
                  </a:extLst>
                </p14:cNvPr>
                <p14:cNvContentPartPr/>
                <p14:nvPr/>
              </p14:nvContentPartPr>
              <p14:xfrm>
                <a:off x="3782339" y="4927719"/>
                <a:ext cx="41760" cy="19224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A813126A-E4D8-56AB-B445-B4B9F24702C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76219" y="4921599"/>
                  <a:ext cx="5400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07AC250-63DE-DB21-465D-4A33E35457F7}"/>
              </a:ext>
            </a:extLst>
          </p:cNvPr>
          <p:cNvGrpSpPr/>
          <p:nvPr/>
        </p:nvGrpSpPr>
        <p:grpSpPr>
          <a:xfrm>
            <a:off x="2352419" y="4885959"/>
            <a:ext cx="503640" cy="98280"/>
            <a:chOff x="2352419" y="4885959"/>
            <a:chExt cx="50364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2469B8DE-FCDD-8FB6-D676-BDE40587E097}"/>
                    </a:ext>
                  </a:extLst>
                </p14:cNvPr>
                <p14:cNvContentPartPr/>
                <p14:nvPr/>
              </p14:nvContentPartPr>
              <p14:xfrm>
                <a:off x="2352419" y="4890639"/>
                <a:ext cx="132840" cy="9360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2469B8DE-FCDD-8FB6-D676-BDE40587E09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46299" y="4884519"/>
                  <a:ext cx="145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BA088D20-45AA-D047-7797-7065147C2B76}"/>
                    </a:ext>
                  </a:extLst>
                </p14:cNvPr>
                <p14:cNvContentPartPr/>
                <p14:nvPr/>
              </p14:nvContentPartPr>
              <p14:xfrm>
                <a:off x="2466899" y="4885959"/>
                <a:ext cx="389160" cy="7884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BA088D20-45AA-D047-7797-7065147C2B7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60779" y="4879839"/>
                  <a:ext cx="401400" cy="9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241D92A5-FC7F-C06C-FDD0-ED0A91ADBADB}"/>
                  </a:ext>
                </a:extLst>
              </p14:cNvPr>
              <p14:cNvContentPartPr/>
              <p14:nvPr/>
            </p14:nvContentPartPr>
            <p14:xfrm>
              <a:off x="2116259" y="5514879"/>
              <a:ext cx="236160" cy="15804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241D92A5-FC7F-C06C-FDD0-ED0A91ADBAD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110139" y="5508759"/>
                <a:ext cx="248400" cy="17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C193438E-F6CB-9952-F1D4-47C5C7EAFBEE}"/>
              </a:ext>
            </a:extLst>
          </p:cNvPr>
          <p:cNvGrpSpPr/>
          <p:nvPr/>
        </p:nvGrpSpPr>
        <p:grpSpPr>
          <a:xfrm>
            <a:off x="2200139" y="4050039"/>
            <a:ext cx="455400" cy="607320"/>
            <a:chOff x="2200139" y="4050039"/>
            <a:chExt cx="455400" cy="60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07C9B748-A607-2737-6AE9-E0245EC979EB}"/>
                    </a:ext>
                  </a:extLst>
                </p14:cNvPr>
                <p14:cNvContentPartPr/>
                <p14:nvPr/>
              </p14:nvContentPartPr>
              <p14:xfrm>
                <a:off x="2356379" y="4050039"/>
                <a:ext cx="299160" cy="34308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07C9B748-A607-2737-6AE9-E0245EC979E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350259" y="4043919"/>
                  <a:ext cx="3114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B39DFE16-B8B6-CB2D-6352-060F2A094EF8}"/>
                    </a:ext>
                  </a:extLst>
                </p14:cNvPr>
                <p14:cNvContentPartPr/>
                <p14:nvPr/>
              </p14:nvContentPartPr>
              <p14:xfrm>
                <a:off x="2200139" y="4087119"/>
                <a:ext cx="353160" cy="57024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B39DFE16-B8B6-CB2D-6352-060F2A094EF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94019" y="4080999"/>
                  <a:ext cx="365400" cy="582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75128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7D62F-2365-5CEE-32DA-C35818ED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std::set</a:t>
            </a:r>
            <a:r>
              <a:rPr lang="zh-CN" altLang="en-US" dirty="0"/>
              <a:t>查询前驱后继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F8307C-C588-2848-D37E-BE1A9E34D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upper_bound</a:t>
            </a:r>
            <a:r>
              <a:rPr lang="zh-CN" altLang="en-US" dirty="0"/>
              <a:t>同理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010BFE1-4D3F-0E82-482F-BD444256D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1332"/>
            <a:ext cx="10114059" cy="29561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82F6D14E-3EBA-0F6B-4263-0E8E76605950}"/>
                  </a:ext>
                </a:extLst>
              </p14:cNvPr>
              <p14:cNvContentPartPr/>
              <p14:nvPr/>
            </p14:nvContentPartPr>
            <p14:xfrm>
              <a:off x="5784659" y="3768159"/>
              <a:ext cx="172080" cy="2242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82F6D14E-3EBA-0F6B-4263-0E8E766059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78539" y="3762039"/>
                <a:ext cx="1843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30EE9B7E-B522-0591-2885-32F3D6EDD87A}"/>
                  </a:ext>
                </a:extLst>
              </p14:cNvPr>
              <p14:cNvContentPartPr/>
              <p14:nvPr/>
            </p14:nvContentPartPr>
            <p14:xfrm>
              <a:off x="2678219" y="3534519"/>
              <a:ext cx="200520" cy="2109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30EE9B7E-B522-0591-2885-32F3D6EDD8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72099" y="3528399"/>
                <a:ext cx="2127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476A484-8F1D-94E3-2BDF-BDD5A701B969}"/>
                  </a:ext>
                </a:extLst>
              </p14:cNvPr>
              <p14:cNvContentPartPr/>
              <p14:nvPr/>
            </p14:nvContentPartPr>
            <p14:xfrm>
              <a:off x="9835019" y="3577359"/>
              <a:ext cx="992160" cy="4561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476A484-8F1D-94E3-2BDF-BDD5A701B96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28899" y="3571239"/>
                <a:ext cx="100440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C160922-3F44-DD02-DEDF-B5E16E6F4595}"/>
                  </a:ext>
                </a:extLst>
              </p14:cNvPr>
              <p14:cNvContentPartPr/>
              <p14:nvPr/>
            </p14:nvContentPartPr>
            <p14:xfrm>
              <a:off x="1680659" y="4467279"/>
              <a:ext cx="680400" cy="24624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C160922-3F44-DD02-DEDF-B5E16E6F459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74539" y="4461159"/>
                <a:ext cx="69264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F93C23AC-5F42-B9AB-211E-98FD2ADCFE82}"/>
                  </a:ext>
                </a:extLst>
              </p14:cNvPr>
              <p14:cNvContentPartPr/>
              <p14:nvPr/>
            </p14:nvContentPartPr>
            <p14:xfrm>
              <a:off x="2457899" y="3472599"/>
              <a:ext cx="250920" cy="25920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F93C23AC-5F42-B9AB-211E-98FD2ADCFE8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51779" y="3466479"/>
                <a:ext cx="263160" cy="27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4118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BD336-594E-FAD3-19D1-508C0F7D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910C8-4CA3-5B7C-742C-CEA2B4AAF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P1177 </a:t>
            </a:r>
          </a:p>
          <a:p>
            <a:r>
              <a:rPr lang="en-US" altLang="zh-CN" dirty="0"/>
              <a:t>P1059</a:t>
            </a:r>
          </a:p>
          <a:p>
            <a:r>
              <a:rPr lang="zh-CN" altLang="en-US" dirty="0"/>
              <a:t>要求：使用</a:t>
            </a:r>
            <a:r>
              <a:rPr lang="en-US" altLang="zh-CN" dirty="0"/>
              <a:t>set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3733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D5663C-AA2C-86B2-2E97-7771EA4C0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std::multiset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79DED1-9310-B790-3C5F-E2C744A10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2048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C64FA-FEA1-5026-EFD2-E1B232A2E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std::map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13CE09-B817-CF6D-C3D5-C433BF65A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实现原理和</a:t>
            </a:r>
            <a:r>
              <a:rPr lang="en-US" altLang="zh-CN" dirty="0"/>
              <a:t>set</a:t>
            </a:r>
            <a:r>
              <a:rPr lang="zh-CN" altLang="en-US" dirty="0"/>
              <a:t>一样都是平衡树。</a:t>
            </a:r>
            <a:endParaRPr lang="en-US" altLang="zh-CN" dirty="0"/>
          </a:p>
          <a:p>
            <a:r>
              <a:rPr lang="zh-CN" altLang="en-US" dirty="0"/>
              <a:t>内部按照第一关键字排序维护了一些二元组。</a:t>
            </a:r>
          </a:p>
        </p:txBody>
      </p:sp>
    </p:spTree>
    <p:extLst>
      <p:ext uri="{BB962C8B-B14F-4D97-AF65-F5344CB8AC3E}">
        <p14:creationId xmlns:p14="http://schemas.microsoft.com/office/powerpoint/2010/main" val="33016932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5E486E-196D-3BFD-9ED9-B6AD3957C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std::map</a:t>
            </a:r>
            <a:r>
              <a:rPr lang="zh-CN" altLang="en-US" dirty="0"/>
              <a:t>维护了有序的二元组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FB31C7-2287-8A9E-38A0-80F31AE47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9A76E7-2976-F211-CF9F-5E8319B7B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321953" cy="4927823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6CCE1390-92C9-1ABC-FEF1-C513AAB6B755}"/>
              </a:ext>
            </a:extLst>
          </p:cNvPr>
          <p:cNvGrpSpPr/>
          <p:nvPr/>
        </p:nvGrpSpPr>
        <p:grpSpPr>
          <a:xfrm>
            <a:off x="7717139" y="2798319"/>
            <a:ext cx="455040" cy="194040"/>
            <a:chOff x="7717139" y="2798319"/>
            <a:chExt cx="45504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886E1843-65E9-1D3A-9CAB-1EB89665E7B3}"/>
                    </a:ext>
                  </a:extLst>
                </p14:cNvPr>
                <p14:cNvContentPartPr/>
                <p14:nvPr/>
              </p14:nvContentPartPr>
              <p14:xfrm>
                <a:off x="7717139" y="2798319"/>
                <a:ext cx="347040" cy="19404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886E1843-65E9-1D3A-9CAB-1EB89665E7B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11019" y="2792199"/>
                  <a:ext cx="359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47998F76-6B5E-132F-D706-DA3629A87826}"/>
                    </a:ext>
                  </a:extLst>
                </p14:cNvPr>
                <p14:cNvContentPartPr/>
                <p14:nvPr/>
              </p14:nvContentPartPr>
              <p14:xfrm>
                <a:off x="7793819" y="2878239"/>
                <a:ext cx="378360" cy="3204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47998F76-6B5E-132F-D706-DA3629A8782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87699" y="2872119"/>
                  <a:ext cx="3906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0D79C03-7C34-B31F-BF9E-C2C69E2F1939}"/>
              </a:ext>
            </a:extLst>
          </p:cNvPr>
          <p:cNvGrpSpPr/>
          <p:nvPr/>
        </p:nvGrpSpPr>
        <p:grpSpPr>
          <a:xfrm>
            <a:off x="6188939" y="3147879"/>
            <a:ext cx="1375560" cy="578520"/>
            <a:chOff x="6188939" y="3147879"/>
            <a:chExt cx="1375560" cy="57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2E52B8D7-F794-25D7-8A97-A9191CB8F93C}"/>
                    </a:ext>
                  </a:extLst>
                </p14:cNvPr>
                <p14:cNvContentPartPr/>
                <p14:nvPr/>
              </p14:nvContentPartPr>
              <p14:xfrm>
                <a:off x="6188939" y="3147879"/>
                <a:ext cx="344160" cy="1569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2E52B8D7-F794-25D7-8A97-A9191CB8F93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82819" y="3141759"/>
                  <a:ext cx="3564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B39DF4D1-9771-3DF5-C1A8-29A36229A321}"/>
                    </a:ext>
                  </a:extLst>
                </p14:cNvPr>
                <p14:cNvContentPartPr/>
                <p14:nvPr/>
              </p14:nvContentPartPr>
              <p14:xfrm>
                <a:off x="6406739" y="3183879"/>
                <a:ext cx="521640" cy="1368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B39DF4D1-9771-3DF5-C1A8-29A36229A32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00619" y="3177759"/>
                  <a:ext cx="533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C5F20200-DCCF-4B41-148E-C35F897EEE80}"/>
                    </a:ext>
                  </a:extLst>
                </p14:cNvPr>
                <p14:cNvContentPartPr/>
                <p14:nvPr/>
              </p14:nvContentPartPr>
              <p14:xfrm>
                <a:off x="6674579" y="3387279"/>
                <a:ext cx="425880" cy="33912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C5F20200-DCCF-4B41-148E-C35F897EEE8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668459" y="3381159"/>
                  <a:ext cx="4381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11FAB5D1-E182-4103-1E09-AAA97EFAB54A}"/>
                    </a:ext>
                  </a:extLst>
                </p14:cNvPr>
                <p14:cNvContentPartPr/>
                <p14:nvPr/>
              </p14:nvContentPartPr>
              <p14:xfrm>
                <a:off x="6958979" y="3595359"/>
                <a:ext cx="605520" cy="4428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11FAB5D1-E182-4103-1E09-AAA97EFAB54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52859" y="3589239"/>
                  <a:ext cx="61776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3C00B9B6-1997-2254-36D0-BAA2CF0D08E1}"/>
                  </a:ext>
                </a:extLst>
              </p14:cNvPr>
              <p14:cNvContentPartPr/>
              <p14:nvPr/>
            </p14:nvContentPartPr>
            <p14:xfrm>
              <a:off x="2898899" y="3423279"/>
              <a:ext cx="483840" cy="40428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3C00B9B6-1997-2254-36D0-BAA2CF0D08E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92779" y="3417159"/>
                <a:ext cx="49608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540FDE79-0A70-F617-B2FD-3B9659C27EC4}"/>
                  </a:ext>
                </a:extLst>
              </p14:cNvPr>
              <p14:cNvContentPartPr/>
              <p14:nvPr/>
            </p14:nvContentPartPr>
            <p14:xfrm>
              <a:off x="3884579" y="3442719"/>
              <a:ext cx="339840" cy="30168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540FDE79-0A70-F617-B2FD-3B9659C27EC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78459" y="3436599"/>
                <a:ext cx="35208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A119DC78-D5A1-7EAA-8840-498274EF5F96}"/>
                  </a:ext>
                </a:extLst>
              </p14:cNvPr>
              <p14:cNvContentPartPr/>
              <p14:nvPr/>
            </p14:nvContentPartPr>
            <p14:xfrm>
              <a:off x="4967459" y="3485199"/>
              <a:ext cx="219600" cy="27972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A119DC78-D5A1-7EAA-8840-498274EF5F9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961339" y="3479079"/>
                <a:ext cx="23184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E1C2958E-C4E2-8997-E629-131FF6A3DF56}"/>
                  </a:ext>
                </a:extLst>
              </p14:cNvPr>
              <p14:cNvContentPartPr/>
              <p14:nvPr/>
            </p14:nvContentPartPr>
            <p14:xfrm>
              <a:off x="5826419" y="3510039"/>
              <a:ext cx="380520" cy="24768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E1C2958E-C4E2-8997-E629-131FF6A3DF5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820299" y="3503919"/>
                <a:ext cx="3927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E1A93F31-3673-D6D0-3F71-8B9409AC9510}"/>
                  </a:ext>
                </a:extLst>
              </p14:cNvPr>
              <p14:cNvContentPartPr/>
              <p14:nvPr/>
            </p14:nvContentPartPr>
            <p14:xfrm>
              <a:off x="2017979" y="3847719"/>
              <a:ext cx="144000" cy="42480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E1A93F31-3673-D6D0-3F71-8B9409AC951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011859" y="3841599"/>
                <a:ext cx="15624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1111E719-B435-9151-3D83-7DDA2B7292B7}"/>
                  </a:ext>
                </a:extLst>
              </p14:cNvPr>
              <p14:cNvContentPartPr/>
              <p14:nvPr/>
            </p14:nvContentPartPr>
            <p14:xfrm>
              <a:off x="2660219" y="3761319"/>
              <a:ext cx="732960" cy="32652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1111E719-B435-9151-3D83-7DDA2B7292B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654099" y="3755199"/>
                <a:ext cx="7452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876B8909-0D0B-BBCA-1348-74C49CD10BB3}"/>
                  </a:ext>
                </a:extLst>
              </p14:cNvPr>
              <p14:cNvContentPartPr/>
              <p14:nvPr/>
            </p14:nvContentPartPr>
            <p14:xfrm>
              <a:off x="5461379" y="4369359"/>
              <a:ext cx="1209960" cy="3204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876B8909-0D0B-BBCA-1348-74C49CD10BB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455259" y="4363239"/>
                <a:ext cx="12222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6157BDF1-7512-6D31-8D75-7A1089968BB3}"/>
                  </a:ext>
                </a:extLst>
              </p14:cNvPr>
              <p14:cNvContentPartPr/>
              <p14:nvPr/>
            </p14:nvContentPartPr>
            <p14:xfrm>
              <a:off x="7265699" y="4375119"/>
              <a:ext cx="1039320" cy="4248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6157BDF1-7512-6D31-8D75-7A1089968BB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259579" y="4368999"/>
                <a:ext cx="10515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16356B15-7B0C-25B8-0C16-A23639688635}"/>
                  </a:ext>
                </a:extLst>
              </p14:cNvPr>
              <p14:cNvContentPartPr/>
              <p14:nvPr/>
            </p14:nvContentPartPr>
            <p14:xfrm>
              <a:off x="5793299" y="4089639"/>
              <a:ext cx="358200" cy="26208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16356B15-7B0C-25B8-0C16-A2363968863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787179" y="4083519"/>
                <a:ext cx="3704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5EA46026-83B2-08CC-9A77-93756B190FE0}"/>
                  </a:ext>
                </a:extLst>
              </p14:cNvPr>
              <p14:cNvContentPartPr/>
              <p14:nvPr/>
            </p14:nvContentPartPr>
            <p14:xfrm>
              <a:off x="7414019" y="4129599"/>
              <a:ext cx="308160" cy="21024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5EA46026-83B2-08CC-9A77-93756B190FE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407899" y="4123479"/>
                <a:ext cx="3204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F052E503-2EB5-9461-E5FE-9AEEEEE3823F}"/>
                  </a:ext>
                </a:extLst>
              </p14:cNvPr>
              <p14:cNvContentPartPr/>
              <p14:nvPr/>
            </p14:nvContentPartPr>
            <p14:xfrm>
              <a:off x="1931939" y="4829439"/>
              <a:ext cx="129600" cy="116424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F052E503-2EB5-9461-E5FE-9AEEEEE3823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925819" y="4823319"/>
                <a:ext cx="141840" cy="117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78013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6C6F3-7CC0-0160-2E6D-61642E40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std::map</a:t>
            </a:r>
            <a:r>
              <a:rPr lang="zh-CN" altLang="en-US" dirty="0"/>
              <a:t>以第一关键字为键值访问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A227B5-332A-8A8B-841A-9EE6E0B0B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731B07-3524-D786-8132-BEDACF037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280663" cy="38177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7089D28E-E098-0572-EE6E-BB4CB1590308}"/>
                  </a:ext>
                </a:extLst>
              </p14:cNvPr>
              <p14:cNvContentPartPr/>
              <p14:nvPr/>
            </p14:nvContentPartPr>
            <p14:xfrm>
              <a:off x="3407579" y="3417159"/>
              <a:ext cx="701640" cy="3394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7089D28E-E098-0572-EE6E-BB4CB15903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1459" y="3411039"/>
                <a:ext cx="713880" cy="35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458C25F7-F91E-1D69-7AF9-EB2FF279FF92}"/>
              </a:ext>
            </a:extLst>
          </p:cNvPr>
          <p:cNvGrpSpPr/>
          <p:nvPr/>
        </p:nvGrpSpPr>
        <p:grpSpPr>
          <a:xfrm>
            <a:off x="2403539" y="2960679"/>
            <a:ext cx="507600" cy="262440"/>
            <a:chOff x="2403539" y="2960679"/>
            <a:chExt cx="50760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44D5F275-F44A-36EB-60A5-A0E8F56B8DE3}"/>
                    </a:ext>
                  </a:extLst>
                </p14:cNvPr>
                <p14:cNvContentPartPr/>
                <p14:nvPr/>
              </p14:nvContentPartPr>
              <p14:xfrm>
                <a:off x="2403539" y="2960679"/>
                <a:ext cx="278640" cy="23112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44D5F275-F44A-36EB-60A5-A0E8F56B8D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97419" y="2954559"/>
                  <a:ext cx="2908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66E31BBF-74C1-D3A4-2598-E1D4E9EA0A29}"/>
                    </a:ext>
                  </a:extLst>
                </p14:cNvPr>
                <p14:cNvContentPartPr/>
                <p14:nvPr/>
              </p14:nvContentPartPr>
              <p14:xfrm>
                <a:off x="2724659" y="3000279"/>
                <a:ext cx="186480" cy="22284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66E31BBF-74C1-D3A4-2598-E1D4E9EA0A2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18539" y="2994159"/>
                  <a:ext cx="19872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8EC215FD-D636-5F33-0B2C-E0DA0B84C3B6}"/>
                  </a:ext>
                </a:extLst>
              </p14:cNvPr>
              <p14:cNvContentPartPr/>
              <p14:nvPr/>
            </p14:nvContentPartPr>
            <p14:xfrm>
              <a:off x="3201659" y="3693639"/>
              <a:ext cx="766800" cy="25956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8EC215FD-D636-5F33-0B2C-E0DA0B84C3B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95539" y="3687519"/>
                <a:ext cx="779040" cy="27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CEC120C1-F117-38AE-AE9E-1C1D11E07B40}"/>
              </a:ext>
            </a:extLst>
          </p:cNvPr>
          <p:cNvGrpSpPr/>
          <p:nvPr/>
        </p:nvGrpSpPr>
        <p:grpSpPr>
          <a:xfrm>
            <a:off x="5407019" y="2761599"/>
            <a:ext cx="811440" cy="434160"/>
            <a:chOff x="5407019" y="2761599"/>
            <a:chExt cx="811440" cy="4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8B8A17A4-046B-AB9D-0DA8-D0F3C8A80F3D}"/>
                    </a:ext>
                  </a:extLst>
                </p14:cNvPr>
                <p14:cNvContentPartPr/>
                <p14:nvPr/>
              </p14:nvContentPartPr>
              <p14:xfrm>
                <a:off x="5407019" y="3000999"/>
                <a:ext cx="328320" cy="1947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8B8A17A4-046B-AB9D-0DA8-D0F3C8A80F3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00899" y="2994879"/>
                  <a:ext cx="3405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FED85876-4901-7281-B6B4-6382CA7CD1BC}"/>
                    </a:ext>
                  </a:extLst>
                </p14:cNvPr>
                <p14:cNvContentPartPr/>
                <p14:nvPr/>
              </p14:nvContentPartPr>
              <p14:xfrm>
                <a:off x="5511059" y="3068319"/>
                <a:ext cx="357120" cy="1152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FED85876-4901-7281-B6B4-6382CA7CD1B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04939" y="3062199"/>
                  <a:ext cx="369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FD5CBA37-7251-AA2B-0360-26EC5AF849B8}"/>
                    </a:ext>
                  </a:extLst>
                </p14:cNvPr>
                <p14:cNvContentPartPr/>
                <p14:nvPr/>
              </p14:nvContentPartPr>
              <p14:xfrm>
                <a:off x="5731739" y="2761599"/>
                <a:ext cx="392760" cy="37584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FD5CBA37-7251-AA2B-0360-26EC5AF849B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25619" y="2755479"/>
                  <a:ext cx="4050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B851BEF4-14C6-D7BE-5C8F-F739905DF4EB}"/>
                    </a:ext>
                  </a:extLst>
                </p14:cNvPr>
                <p14:cNvContentPartPr/>
                <p14:nvPr/>
              </p14:nvContentPartPr>
              <p14:xfrm>
                <a:off x="5952779" y="3012879"/>
                <a:ext cx="265680" cy="684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B851BEF4-14C6-D7BE-5C8F-F739905DF4E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46659" y="3006759"/>
                  <a:ext cx="27792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A46868EE-45B4-4EA2-E6F5-DF4F71E4ED11}"/>
                  </a:ext>
                </a:extLst>
              </p14:cNvPr>
              <p14:cNvContentPartPr/>
              <p14:nvPr/>
            </p14:nvContentPartPr>
            <p14:xfrm>
              <a:off x="5368499" y="4140759"/>
              <a:ext cx="936360" cy="35820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A46868EE-45B4-4EA2-E6F5-DF4F71E4ED1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362379" y="4134639"/>
                <a:ext cx="94860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FB5FA515-B4B4-9B28-A9BD-17C3DDDA4E12}"/>
                  </a:ext>
                </a:extLst>
              </p14:cNvPr>
              <p14:cNvContentPartPr/>
              <p14:nvPr/>
            </p14:nvContentPartPr>
            <p14:xfrm>
              <a:off x="2448539" y="4454319"/>
              <a:ext cx="3683520" cy="12564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FB5FA515-B4B4-9B28-A9BD-17C3DDDA4E1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42419" y="4448199"/>
                <a:ext cx="369576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31F6F409-CF52-C10B-05CC-870B8763256E}"/>
                  </a:ext>
                </a:extLst>
              </p14:cNvPr>
              <p14:cNvContentPartPr/>
              <p14:nvPr/>
            </p14:nvContentPartPr>
            <p14:xfrm>
              <a:off x="1740419" y="4454679"/>
              <a:ext cx="654120" cy="23508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31F6F409-CF52-C10B-05CC-870B8763256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734299" y="4448559"/>
                <a:ext cx="6663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0346F2A5-766C-3C33-FA97-D43298E34724}"/>
                  </a:ext>
                </a:extLst>
              </p14:cNvPr>
              <p14:cNvContentPartPr/>
              <p14:nvPr/>
            </p14:nvContentPartPr>
            <p14:xfrm>
              <a:off x="2396339" y="4840599"/>
              <a:ext cx="1029600" cy="35172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0346F2A5-766C-3C33-FA97-D43298E3472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390219" y="4834479"/>
                <a:ext cx="1041840" cy="36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A5AD354D-84C3-C95B-C107-D1EE6E46A243}"/>
              </a:ext>
            </a:extLst>
          </p:cNvPr>
          <p:cNvGrpSpPr/>
          <p:nvPr/>
        </p:nvGrpSpPr>
        <p:grpSpPr>
          <a:xfrm>
            <a:off x="8499419" y="4192599"/>
            <a:ext cx="325080" cy="196560"/>
            <a:chOff x="8499419" y="4192599"/>
            <a:chExt cx="32508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9A990F52-30CC-E79F-3DE9-DEC4D84B4F71}"/>
                    </a:ext>
                  </a:extLst>
                </p14:cNvPr>
                <p14:cNvContentPartPr/>
                <p14:nvPr/>
              </p14:nvContentPartPr>
              <p14:xfrm>
                <a:off x="8505539" y="4252719"/>
                <a:ext cx="360" cy="13644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9A990F52-30CC-E79F-3DE9-DEC4D84B4F7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499419" y="4246599"/>
                  <a:ext cx="126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14E3416C-1E79-0294-9263-1D40FD4D2814}"/>
                    </a:ext>
                  </a:extLst>
                </p14:cNvPr>
                <p14:cNvContentPartPr/>
                <p14:nvPr/>
              </p14:nvContentPartPr>
              <p14:xfrm>
                <a:off x="8499419" y="4192599"/>
                <a:ext cx="9000" cy="540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14E3416C-1E79-0294-9263-1D40FD4D281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93299" y="4186479"/>
                  <a:ext cx="212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19405B9A-82B3-A6CB-A090-8A015EA8C928}"/>
                    </a:ext>
                  </a:extLst>
                </p14:cNvPr>
                <p14:cNvContentPartPr/>
                <p14:nvPr/>
              </p14:nvContentPartPr>
              <p14:xfrm>
                <a:off x="8602379" y="4246599"/>
                <a:ext cx="82440" cy="12168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19405B9A-82B3-A6CB-A090-8A015EA8C92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596259" y="4240479"/>
                  <a:ext cx="94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16654E04-86BF-E638-E08F-05692A007F99}"/>
                    </a:ext>
                  </a:extLst>
                </p14:cNvPr>
                <p14:cNvContentPartPr/>
                <p14:nvPr/>
              </p14:nvContentPartPr>
              <p14:xfrm>
                <a:off x="8756459" y="4203759"/>
                <a:ext cx="43560" cy="17820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16654E04-86BF-E638-E08F-05692A007F9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750339" y="4197639"/>
                  <a:ext cx="55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F77256C9-6876-6DE4-646C-27106FAFF66C}"/>
                    </a:ext>
                  </a:extLst>
                </p14:cNvPr>
                <p14:cNvContentPartPr/>
                <p14:nvPr/>
              </p14:nvContentPartPr>
              <p14:xfrm>
                <a:off x="8677259" y="4289439"/>
                <a:ext cx="147240" cy="3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F77256C9-6876-6DE4-646C-27106FAFF66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71139" y="4283319"/>
                  <a:ext cx="15948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B779ECC0-6049-F805-4246-08911B52DD41}"/>
                  </a:ext>
                </a:extLst>
              </p14:cNvPr>
              <p14:cNvContentPartPr/>
              <p14:nvPr/>
            </p14:nvContentPartPr>
            <p14:xfrm>
              <a:off x="9314819" y="3903159"/>
              <a:ext cx="390240" cy="38880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B779ECC0-6049-F805-4246-08911B52DD4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308699" y="3897039"/>
                <a:ext cx="402480" cy="40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1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51DB9A-0E51-2D6F-BA8A-CAF1AAD0E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106B0-C93B-9C98-01D2-0CF78EAB9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要求使用</a:t>
            </a:r>
            <a:r>
              <a:rPr lang="en-US" altLang="zh-CN" dirty="0"/>
              <a:t>map</a:t>
            </a:r>
            <a:r>
              <a:rPr lang="zh-CN" altLang="en-US" dirty="0"/>
              <a:t>完成</a:t>
            </a:r>
            <a:endParaRPr lang="en-US" altLang="zh-CN" dirty="0"/>
          </a:p>
          <a:p>
            <a:r>
              <a:rPr lang="en-US" altLang="zh-CN" dirty="0"/>
              <a:t>P3370</a:t>
            </a:r>
          </a:p>
          <a:p>
            <a:r>
              <a:rPr lang="en-US" altLang="zh-CN" dirty="0"/>
              <a:t>P2814</a:t>
            </a:r>
          </a:p>
          <a:p>
            <a:r>
              <a:rPr lang="en-US" altLang="zh-CN" dirty="0"/>
              <a:t>P1097</a:t>
            </a:r>
          </a:p>
          <a:p>
            <a:r>
              <a:rPr lang="en-US" altLang="zh-CN" dirty="0"/>
              <a:t>P5250</a:t>
            </a:r>
          </a:p>
          <a:p>
            <a:r>
              <a:rPr lang="en-US" altLang="zh-CN" dirty="0"/>
              <a:t>P4305</a:t>
            </a:r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51404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4F741-8EDD-0DC8-6ADE-9719F0A9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优先队列（</a:t>
            </a:r>
            <a:r>
              <a:rPr lang="en-US" altLang="zh-CN" dirty="0" err="1"/>
              <a:t>priority_queue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77DB77-EAA6-E743-85F3-993E3D3A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STL </a:t>
            </a:r>
            <a:r>
              <a:rPr lang="zh-CN" altLang="en-US" dirty="0"/>
              <a:t>自带的堆，默认是大根堆。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516998-4874-70E3-C66B-4FB32B68A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86" y="2459891"/>
            <a:ext cx="3353268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051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F43E9-1EB3-7A11-248D-7A4F6ECCB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5"/>
            <a:ext cx="10515600" cy="1325563"/>
          </a:xfrm>
        </p:spPr>
        <p:txBody>
          <a:bodyPr/>
          <a:lstStyle/>
          <a:p>
            <a:r>
              <a:rPr lang="zh-CN" altLang="en-US" dirty="0"/>
              <a:t>优先队列 变为小根堆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8C2A82-72A0-C7B2-40DB-D1D5D3886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43" y="2016084"/>
            <a:ext cx="7697274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043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DC800-AA44-FAAF-C23F-5C051573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优先队列的元素是新建结构体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948EA9-7BC4-4390-BA30-454B62CCF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需要重载 </a:t>
            </a:r>
            <a:r>
              <a:rPr lang="en-US" altLang="zh-CN" dirty="0"/>
              <a:t>&lt; </a:t>
            </a:r>
            <a:r>
              <a:rPr lang="zh-CN" altLang="en-US" dirty="0"/>
              <a:t>符号</a:t>
            </a:r>
            <a:r>
              <a:rPr lang="en-US" altLang="zh-CN" dirty="0"/>
              <a:t>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54435F-E9B7-4A08-9B03-38EEBCB4E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0656"/>
            <a:ext cx="5515745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97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ECD7B-E132-7694-74E3-4F268C699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P1090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07A675-E9F6-1BD2-8385-68259117C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可以使用优先队列，也可以用之前封装好的二叉堆。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P1090 [NOIP2004 </a:t>
            </a:r>
            <a:r>
              <a:rPr lang="zh-CN" altLang="en-US" dirty="0">
                <a:hlinkClick r:id="rId2"/>
              </a:rPr>
              <a:t>提高组</a:t>
            </a:r>
            <a:r>
              <a:rPr lang="en-US" altLang="zh-CN" dirty="0">
                <a:hlinkClick r:id="rId2"/>
              </a:rPr>
              <a:t>] </a:t>
            </a:r>
            <a:r>
              <a:rPr lang="zh-CN" altLang="en-US" dirty="0">
                <a:hlinkClick r:id="rId2"/>
              </a:rPr>
              <a:t>合并果子 </a:t>
            </a:r>
            <a:r>
              <a:rPr lang="en-US" altLang="zh-CN" dirty="0">
                <a:hlinkClick r:id="rId2"/>
              </a:rPr>
              <a:t>/ [USACO06NOV] Fence Repair G - </a:t>
            </a:r>
            <a:r>
              <a:rPr lang="zh-CN" altLang="en-US" dirty="0">
                <a:hlinkClick r:id="rId2"/>
              </a:rPr>
              <a:t>洛谷 </a:t>
            </a:r>
            <a:r>
              <a:rPr lang="en-US" altLang="zh-CN" dirty="0">
                <a:hlinkClick r:id="rId2"/>
              </a:rPr>
              <a:t>| </a:t>
            </a:r>
            <a:r>
              <a:rPr lang="zh-CN" altLang="en-US" dirty="0">
                <a:hlinkClick r:id="rId2"/>
              </a:rPr>
              <a:t>计算机科学教育新生态 </a:t>
            </a:r>
            <a:r>
              <a:rPr lang="en-US" altLang="zh-CN" dirty="0">
                <a:hlinkClick r:id="rId2"/>
              </a:rPr>
              <a:t>(luogu.com.cn)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1425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AF0569-22B6-6DAF-AD12-700A6AF5D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可删堆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31EF82-B01C-826E-2AE1-8D6A4290B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如何让我们的堆支持删除操作呢？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hlinkClick r:id="rId2"/>
              </a:rPr>
              <a:t>【</a:t>
            </a:r>
            <a:r>
              <a:rPr lang="zh-CN" altLang="en-US" dirty="0">
                <a:hlinkClick r:id="rId2"/>
              </a:rPr>
              <a:t>笔记</a:t>
            </a:r>
            <a:r>
              <a:rPr lang="en-US" altLang="zh-CN" dirty="0">
                <a:hlinkClick r:id="rId2"/>
              </a:rPr>
              <a:t>】</a:t>
            </a:r>
            <a:r>
              <a:rPr lang="zh-CN" altLang="en-US" dirty="0">
                <a:hlinkClick r:id="rId2"/>
              </a:rPr>
              <a:t>可删除堆 </a:t>
            </a:r>
            <a:r>
              <a:rPr lang="en-US" altLang="zh-CN" dirty="0">
                <a:hlinkClick r:id="rId2"/>
              </a:rPr>
              <a:t>- </a:t>
            </a:r>
            <a:r>
              <a:rPr lang="en-US" altLang="zh-CN" dirty="0" err="1">
                <a:hlinkClick r:id="rId2"/>
              </a:rPr>
              <a:t>int_Hello_world</a:t>
            </a:r>
            <a:r>
              <a:rPr lang="en-US" altLang="zh-CN" dirty="0">
                <a:hlinkClick r:id="rId2"/>
              </a:rPr>
              <a:t> - </a:t>
            </a:r>
            <a:r>
              <a:rPr lang="zh-CN" altLang="en-US" dirty="0">
                <a:hlinkClick r:id="rId2"/>
              </a:rPr>
              <a:t>博客园 </a:t>
            </a:r>
            <a:r>
              <a:rPr lang="en-US" altLang="zh-CN" dirty="0">
                <a:hlinkClick r:id="rId2"/>
              </a:rPr>
              <a:t>(cnblogs.com)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19271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BEB3C-6B20-342B-206F-CD153ED7B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可删堆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6146E9-3FE6-1DFC-669B-92D22D7AF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E1400A-C780-374F-7F46-2D41F2513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525" y="1825625"/>
            <a:ext cx="6818695" cy="31678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06F3E06F-FBE1-CB33-13DA-E189325569B9}"/>
                  </a:ext>
                </a:extLst>
              </p14:cNvPr>
              <p14:cNvContentPartPr/>
              <p14:nvPr/>
            </p14:nvContentPartPr>
            <p14:xfrm>
              <a:off x="10450619" y="4964439"/>
              <a:ext cx="37800" cy="48924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06F3E06F-FBE1-CB33-13DA-E189325569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44499" y="4958319"/>
                <a:ext cx="50040" cy="50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4643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691</Words>
  <Application>Microsoft Office PowerPoint</Application>
  <PresentationFormat>宽屏</PresentationFormat>
  <Paragraphs>97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6" baseType="lpstr">
      <vt:lpstr>等线</vt:lpstr>
      <vt:lpstr>等线 Light</vt:lpstr>
      <vt:lpstr>Arial</vt:lpstr>
      <vt:lpstr>Office 主题​​</vt:lpstr>
      <vt:lpstr>STL简介</vt:lpstr>
      <vt:lpstr>为什么要学STL</vt:lpstr>
      <vt:lpstr>常用的STL的函数</vt:lpstr>
      <vt:lpstr>std::sort</vt:lpstr>
      <vt:lpstr>std::unique</vt:lpstr>
      <vt:lpstr>std::lower_bound与std::upper_bound</vt:lpstr>
      <vt:lpstr>离散化</vt:lpstr>
      <vt:lpstr>离散化</vt:lpstr>
      <vt:lpstr>常用的STL的容器 </vt:lpstr>
      <vt:lpstr>std::queue</vt:lpstr>
      <vt:lpstr>std::stack</vt:lpstr>
      <vt:lpstr>std::vector</vt:lpstr>
      <vt:lpstr>std::vector 定义与赋值（1）</vt:lpstr>
      <vt:lpstr>std::vector定义与赋值（2）</vt:lpstr>
      <vt:lpstr>std::vector删除</vt:lpstr>
      <vt:lpstr>std::vector元素访问</vt:lpstr>
      <vt:lpstr>std::vector的迭代器</vt:lpstr>
      <vt:lpstr>std::vector的insert和erase</vt:lpstr>
      <vt:lpstr>std::vector嵌套开二维数组</vt:lpstr>
      <vt:lpstr>std::string</vt:lpstr>
      <vt:lpstr>std::string读入输出</vt:lpstr>
      <vt:lpstr>std::string赋值</vt:lpstr>
      <vt:lpstr>std::string又可以看作字符数组</vt:lpstr>
      <vt:lpstr>std::string可以直接比较（字典序）</vt:lpstr>
      <vt:lpstr>std::string函数（1）</vt:lpstr>
      <vt:lpstr>std::string函数（2）</vt:lpstr>
      <vt:lpstr>std::set</vt:lpstr>
      <vt:lpstr>std::set的insert和元素访问</vt:lpstr>
      <vt:lpstr>std::set的erase</vt:lpstr>
      <vt:lpstr>std::set查询前驱后继</vt:lpstr>
      <vt:lpstr>课堂练习</vt:lpstr>
      <vt:lpstr>std::multiset</vt:lpstr>
      <vt:lpstr>std::map</vt:lpstr>
      <vt:lpstr>std::map维护了有序的二元组</vt:lpstr>
      <vt:lpstr>std::map以第一关键字为键值访问</vt:lpstr>
      <vt:lpstr>练习</vt:lpstr>
      <vt:lpstr>优先队列（priority_queue）</vt:lpstr>
      <vt:lpstr>优先队列 变为小根堆</vt:lpstr>
      <vt:lpstr>优先队列的元素是新建结构体</vt:lpstr>
      <vt:lpstr>P1090</vt:lpstr>
      <vt:lpstr>可删堆</vt:lpstr>
      <vt:lpstr>可删堆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yy y</dc:creator>
  <cp:lastModifiedBy>yy y</cp:lastModifiedBy>
  <cp:revision>37</cp:revision>
  <dcterms:created xsi:type="dcterms:W3CDTF">2025-09-04T13:39:17Z</dcterms:created>
  <dcterms:modified xsi:type="dcterms:W3CDTF">2025-10-11T12:35:31Z</dcterms:modified>
</cp:coreProperties>
</file>