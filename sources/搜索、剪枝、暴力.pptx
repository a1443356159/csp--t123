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5" r:id="rId6"/>
    <p:sldId id="261" r:id="rId7"/>
    <p:sldId id="258" r:id="rId8"/>
    <p:sldId id="266" r:id="rId9"/>
    <p:sldId id="267" r:id="rId10"/>
    <p:sldId id="268" r:id="rId11"/>
    <p:sldId id="260" r:id="rId12"/>
    <p:sldId id="270" r:id="rId13"/>
    <p:sldId id="26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64FA3F-FCA2-2B5E-1E30-ED9AFF6C7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5348BC-66C1-F3A4-88D5-8FF3EFD26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B95477-8D9D-AE47-0E33-5F2C928B8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1CA1-275F-40D9-A0A0-2DED13DD32C4}" type="datetimeFigureOut">
              <a:rPr lang="zh-CN" altLang="en-US" smtClean="0"/>
              <a:t>2026/2/15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4F6E79-A7D9-E318-0922-7A4AEBED3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261876-8026-3BBE-1C8B-C3A52CEB8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6E5F7-A5D5-4611-B7E0-F6BB0826C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920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486798-3BB5-8779-C4CE-2D1718E56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30CC40-06F9-4F3D-4E55-B10DFF970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9077E3-9D2C-2666-2927-46FC54F3D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1CA1-275F-40D9-A0A0-2DED13DD32C4}" type="datetimeFigureOut">
              <a:rPr lang="zh-CN" altLang="en-US" smtClean="0"/>
              <a:t>2026/2/15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BEF950-2378-6C9B-C2E7-A5AE3425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A4EAA7-AD23-A233-637A-9BF9D8BD5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6E5F7-A5D5-4611-B7E0-F6BB0826C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902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C8640D-945C-CC97-8AB3-DB1C362D9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994592-AA83-D785-EE78-0F4365A52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1FA9EF-DEFA-2B19-0357-ED5CD7A5B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1CA1-275F-40D9-A0A0-2DED13DD32C4}" type="datetimeFigureOut">
              <a:rPr lang="zh-CN" altLang="en-US" smtClean="0"/>
              <a:t>2026/2/15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E7018E-3088-EB41-A819-D287B00AB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234DDE-F741-FB37-9903-4DC17656F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6E5F7-A5D5-4611-B7E0-F6BB0826C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296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495E1A-0FD3-F3E5-0BF0-4B8E7DBF2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406960-F6B8-3227-E34D-E21F900F9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F11C70-BD81-4D54-B400-6BBE3C03AD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4DA47F-0A6D-D867-8A44-DBC280720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1CA1-275F-40D9-A0A0-2DED13DD32C4}" type="datetimeFigureOut">
              <a:rPr lang="zh-CN" altLang="en-US" smtClean="0"/>
              <a:t>2026/2/15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D3FB23-5B75-2F3F-E3D4-5B9E839CC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C72519-2A16-861B-94AB-C0A4DC6CB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6E5F7-A5D5-4611-B7E0-F6BB0826C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524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99EE07-87ED-6EB2-7161-46DBB365F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2A8153-4BC9-3DB3-3711-56197C2F9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ADEB81-9FAF-B8F8-0B31-B73B2DF49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6098E14-B75F-A123-F24D-7CF163633C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F6CF6BE-2B9E-8DDE-72FF-E79F00C70A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9A3C04B-F361-B458-42B7-4BB9F20C0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1CA1-275F-40D9-A0A0-2DED13DD32C4}" type="datetimeFigureOut">
              <a:rPr lang="zh-CN" altLang="en-US" smtClean="0"/>
              <a:t>2026/2/15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C596C09-8B89-00A2-FE1C-DB6BC9B3C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725B8F4-D28B-641D-0579-AC75DF5C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6E5F7-A5D5-4611-B7E0-F6BB0826C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8371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70A69A-D58A-B896-B769-A3D9BCBC0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2F889E5-4E5E-F085-E3AF-09E5E1E7E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1CA1-275F-40D9-A0A0-2DED13DD32C4}" type="datetimeFigureOut">
              <a:rPr lang="zh-CN" altLang="en-US" smtClean="0"/>
              <a:t>2026/2/15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0F0AF83-5413-DA60-1FA6-420A299E1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010466-BD9A-C2EC-5BD1-01FF0B762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6E5F7-A5D5-4611-B7E0-F6BB0826C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024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956493C-AE23-0A1C-ECD5-141109FAA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1CA1-275F-40D9-A0A0-2DED13DD32C4}" type="datetimeFigureOut">
              <a:rPr lang="zh-CN" altLang="en-US" smtClean="0"/>
              <a:t>2026/2/15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405CD80-CF29-ADF6-FDCA-199A4BD30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8BBEB8-65CB-4A41-4C21-320C1D055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6E5F7-A5D5-4611-B7E0-F6BB0826C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064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262E1F-E504-8D1B-4975-CD78F1E8E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C0134D-552C-38E1-4353-E22548F4C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FE41B9-F556-BFC2-2E71-AD5906220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B6E2F8-9A99-0F31-A5F1-CE0569E23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1CA1-275F-40D9-A0A0-2DED13DD32C4}" type="datetimeFigureOut">
              <a:rPr lang="zh-CN" altLang="en-US" smtClean="0"/>
              <a:t>2026/2/15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2AB099-4228-ECE9-0CD8-675FA4971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56A4F0-E9C5-AB64-FF1E-0607A4C07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6E5F7-A5D5-4611-B7E0-F6BB0826C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524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4BB6DE-A316-0D2E-2810-2A91AA144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865E930-D52F-880E-A3A9-CAC97E334A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30791E0-7038-BC92-2562-19E00CE48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0D744A-B354-F9DD-5CB5-DD1B93C9E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1CA1-275F-40D9-A0A0-2DED13DD32C4}" type="datetimeFigureOut">
              <a:rPr lang="zh-CN" altLang="en-US" smtClean="0"/>
              <a:t>2026/2/15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432AC4-0EBE-380E-76B3-44C2889CF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36B7B6-35A7-CE17-0B63-F4502BDC0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6E5F7-A5D5-4611-B7E0-F6BB0826C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991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8A8169-B7EF-392E-1A53-FA388E168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E2FED6-A886-7DA9-B306-CDC74E7969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8868B4-AA8C-808D-72AE-E0E1702A1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1CA1-275F-40D9-A0A0-2DED13DD32C4}" type="datetimeFigureOut">
              <a:rPr lang="zh-CN" altLang="en-US" smtClean="0"/>
              <a:t>2026/2/15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5616F2-E9FD-30AA-5E1F-923F4DF2D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888108-B42F-3777-4E02-C3A1991B9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6E5F7-A5D5-4611-B7E0-F6BB0826C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048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1185FA5-5E7A-4877-68FF-4BF049E603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9B0CA6D-1BAD-4B80-04CF-4E4773128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707FCC-9DCB-8CB1-5D8F-E61C53CC4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1CA1-275F-40D9-A0A0-2DED13DD32C4}" type="datetimeFigureOut">
              <a:rPr lang="zh-CN" altLang="en-US" smtClean="0"/>
              <a:t>2026/2/15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650D40-0116-2A50-7B7A-00A6B2856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E01B29-E3C2-EB04-21CE-C2F22E8CB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6E5F7-A5D5-4611-B7E0-F6BB0826C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454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0D94920-DD76-463F-0269-70995E78D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D359A0-2C4D-AE09-3143-421AF8442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BC8A8F-4712-3FB3-242E-15697B0415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21CA1-275F-40D9-A0A0-2DED13DD32C4}" type="datetimeFigureOut">
              <a:rPr lang="zh-CN" altLang="en-US" smtClean="0"/>
              <a:t>2026/2/15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229E4D-296F-C4B7-E92F-CA53DA489B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C20FFC-8B21-9A4A-C8B5-2697EC357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66E5F7-A5D5-4611-B7E0-F6BB0826C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211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uogu.com.cn/problem/P3956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D8536B-66C9-79F9-769A-8C683F58FF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搜索、剪枝、暴力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1CB27E3-C574-7F68-3DFC-EB9C322923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932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D55BCF-EFE2-D658-4510-146CB60C5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深度优先搜索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D34278-FBD5-1631-6CC6-EC26CF52A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P1706</a:t>
            </a:r>
          </a:p>
          <a:p>
            <a:r>
              <a:rPr lang="en-US" altLang="zh-CN" dirty="0"/>
              <a:t>P1219</a:t>
            </a:r>
          </a:p>
          <a:p>
            <a:r>
              <a:rPr lang="en-US" altLang="zh-CN" dirty="0"/>
              <a:t>P3956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037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6C3B02-E67D-3906-A29D-FF6690E67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P1706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9D43F21-7EB3-015F-8E98-F15F9AC57E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75726"/>
            <a:ext cx="9907383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390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A5D8EA-63AA-2FE7-2D70-F5E1CB373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P1219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DA2A595-0068-8AF5-0905-9896F098F9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17196"/>
            <a:ext cx="461932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466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B5351A-1528-5059-4D8A-940EE169F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记忆化搜索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C1F31E-6140-2368-E8AB-D429B6EDA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P8658</a:t>
            </a:r>
          </a:p>
          <a:p>
            <a:r>
              <a:rPr lang="en-US" altLang="zh-CN" dirty="0"/>
              <a:t>P1443</a:t>
            </a:r>
          </a:p>
          <a:p>
            <a:r>
              <a:rPr lang="en-US" altLang="zh-CN" dirty="0"/>
              <a:t>CCF-CSP 37</a:t>
            </a:r>
            <a:r>
              <a:rPr lang="zh-CN" altLang="en-US" dirty="0"/>
              <a:t>次模拟模板展开</a:t>
            </a:r>
          </a:p>
        </p:txBody>
      </p:sp>
    </p:spTree>
    <p:extLst>
      <p:ext uri="{BB962C8B-B14F-4D97-AF65-F5344CB8AC3E}">
        <p14:creationId xmlns:p14="http://schemas.microsoft.com/office/powerpoint/2010/main" val="2393619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BD3FD0-CA6B-7FBB-E720-0DACD570B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P1443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0B0A201-2C57-1747-3669-045E09F028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59481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817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7A9FC9-857C-B04C-8516-258A69F8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广度优先搜索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DF7E60-5FBA-2EC6-3C25-9F74693C9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P1135</a:t>
            </a:r>
          </a:p>
          <a:p>
            <a:r>
              <a:rPr lang="en-US" altLang="zh-CN" dirty="0"/>
              <a:t>P1162</a:t>
            </a:r>
          </a:p>
          <a:p>
            <a:r>
              <a:rPr lang="en-US" altLang="zh-CN" dirty="0"/>
              <a:t>P1514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7362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271F17-E16A-7AD1-8C2B-AB4DBA365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P1135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792DD6-4783-0E60-D70D-4F605CA97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AA95C33-BE17-D8E4-D467-42404EFC3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81750"/>
            <a:ext cx="9945488" cy="398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478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E6A55C-55D6-8546-519E-94874738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P1162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FF49245-5F67-68D3-583B-6D6BE7E070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5550" y="1502895"/>
            <a:ext cx="66508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448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EA48B0-75C2-DF36-5176-4776B8868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P1514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6E695FA-9AE0-BCCF-DAB0-B3D9CEBA1F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65114"/>
            <a:ext cx="602668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386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997F1F-E58D-801F-EA14-87774CE0A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剪枝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5549D7-8FF4-195D-5A90-CF2B518F7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P3956</a:t>
            </a:r>
          </a:p>
          <a:p>
            <a:r>
              <a:rPr lang="en-US" altLang="zh-CN" dirty="0"/>
              <a:t>P1120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9649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C182AD-EDA0-EF58-9D6A-B469E5C59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P3956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DDFE7A-2960-E6EF-4FAB-BED6D1306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hlinkClick r:id="rId2"/>
              </a:rPr>
              <a:t>P3956 [NOIP 2017 </a:t>
            </a:r>
            <a:r>
              <a:rPr lang="zh-CN" altLang="en-US" dirty="0">
                <a:hlinkClick r:id="rId2"/>
              </a:rPr>
              <a:t>普及组</a:t>
            </a:r>
            <a:r>
              <a:rPr lang="en-US" altLang="zh-CN" dirty="0">
                <a:hlinkClick r:id="rId2"/>
              </a:rPr>
              <a:t>] </a:t>
            </a:r>
            <a:r>
              <a:rPr lang="zh-CN" altLang="en-US" dirty="0">
                <a:hlinkClick r:id="rId2"/>
              </a:rPr>
              <a:t>棋盘 </a:t>
            </a:r>
            <a:r>
              <a:rPr lang="en-US" altLang="zh-CN" dirty="0">
                <a:hlinkClick r:id="rId2"/>
              </a:rPr>
              <a:t>- </a:t>
            </a:r>
            <a:r>
              <a:rPr lang="zh-CN" altLang="en-US" dirty="0">
                <a:hlinkClick r:id="rId2"/>
              </a:rPr>
              <a:t>洛谷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0008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9CBEE9-9842-AA12-C613-243002ECA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P1120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172998-00EC-5A53-CCBE-D000BBBBA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6562DE1-8BB6-6D91-E206-6AB183AAF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068822" cy="473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806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46</Words>
  <Application>Microsoft Office PowerPoint</Application>
  <PresentationFormat>宽屏</PresentationFormat>
  <Paragraphs>25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等线</vt:lpstr>
      <vt:lpstr>等线 Light</vt:lpstr>
      <vt:lpstr>Arial</vt:lpstr>
      <vt:lpstr>Office 主题​​</vt:lpstr>
      <vt:lpstr>搜索、剪枝、暴力</vt:lpstr>
      <vt:lpstr>深度优先搜索</vt:lpstr>
      <vt:lpstr>P1706</vt:lpstr>
      <vt:lpstr>P1219</vt:lpstr>
      <vt:lpstr>记忆化搜索</vt:lpstr>
      <vt:lpstr>P1443</vt:lpstr>
      <vt:lpstr>广度优先搜索</vt:lpstr>
      <vt:lpstr>P1135</vt:lpstr>
      <vt:lpstr>P1162</vt:lpstr>
      <vt:lpstr>P1514</vt:lpstr>
      <vt:lpstr>剪枝</vt:lpstr>
      <vt:lpstr>P3956</vt:lpstr>
      <vt:lpstr>P1120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yy y</dc:creator>
  <cp:lastModifiedBy>yy y</cp:lastModifiedBy>
  <cp:revision>2</cp:revision>
  <dcterms:created xsi:type="dcterms:W3CDTF">2025-09-19T11:46:13Z</dcterms:created>
  <dcterms:modified xsi:type="dcterms:W3CDTF">2026-02-15T08:04:44Z</dcterms:modified>
</cp:coreProperties>
</file>